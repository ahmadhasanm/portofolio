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EDF0A-4FB1-487A-A808-D25297F37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B95AD-25CC-44E3-887D-ADDB9C884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62B-CFB3-4075-BDF4-724CD2B71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257E-E1B6-4153-AE61-67DAB7A5951F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8E26D-6510-49E1-B1E3-63626804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7077F-822F-43DE-B806-8C5ACE81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C07E-AF25-4C15-A6C0-3815C976AA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2546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3B9515-1D7E-4690-8917-408871857FBE}"/>
              </a:ext>
            </a:extLst>
          </p:cNvPr>
          <p:cNvSpPr/>
          <p:nvPr/>
        </p:nvSpPr>
        <p:spPr>
          <a:xfrm>
            <a:off x="-67574" y="0"/>
            <a:ext cx="12327147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8C745E-CA14-4D09-8908-88437017541F}"/>
              </a:ext>
            </a:extLst>
          </p:cNvPr>
          <p:cNvSpPr/>
          <p:nvPr/>
        </p:nvSpPr>
        <p:spPr>
          <a:xfrm>
            <a:off x="-280437" y="1709738"/>
            <a:ext cx="13275426" cy="27759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B46A67-DF2F-4520-87B8-8E0DBD9B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CF3C8-7ECA-49F2-9B3D-D6420BA2D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rgbClr val="FFC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078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DD393F6-F50F-406D-B5C4-1F5CEC8536AF}"/>
              </a:ext>
            </a:extLst>
          </p:cNvPr>
          <p:cNvGrpSpPr/>
          <p:nvPr/>
        </p:nvGrpSpPr>
        <p:grpSpPr>
          <a:xfrm>
            <a:off x="0" y="-16625"/>
            <a:ext cx="12192000" cy="1842250"/>
            <a:chOff x="0" y="-16625"/>
            <a:chExt cx="12192000" cy="18422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02A18D-6328-4B8F-BD63-C47BDC2E2E19}"/>
                </a:ext>
              </a:extLst>
            </p:cNvPr>
            <p:cNvSpPr/>
            <p:nvPr/>
          </p:nvSpPr>
          <p:spPr>
            <a:xfrm>
              <a:off x="0" y="0"/>
              <a:ext cx="12192000" cy="182562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257AE43-C818-436F-9F8B-A5A31D1AB684}"/>
                </a:ext>
              </a:extLst>
            </p:cNvPr>
            <p:cNvSpPr/>
            <p:nvPr/>
          </p:nvSpPr>
          <p:spPr>
            <a:xfrm>
              <a:off x="9559538" y="-16625"/>
              <a:ext cx="2632462" cy="1842250"/>
            </a:xfrm>
            <a:custGeom>
              <a:avLst/>
              <a:gdLst>
                <a:gd name="connsiteX0" fmla="*/ 1696337 w 2632462"/>
                <a:gd name="connsiteY0" fmla="*/ 0 h 1825625"/>
                <a:gd name="connsiteX1" fmla="*/ 2632462 w 2632462"/>
                <a:gd name="connsiteY1" fmla="*/ 0 h 1825625"/>
                <a:gd name="connsiteX2" fmla="*/ 2632462 w 2632462"/>
                <a:gd name="connsiteY2" fmla="*/ 1825625 h 1825625"/>
                <a:gd name="connsiteX3" fmla="*/ 0 w 2632462"/>
                <a:gd name="connsiteY3" fmla="*/ 1825625 h 1825625"/>
                <a:gd name="connsiteX4" fmla="*/ 1703071 w 2632462"/>
                <a:gd name="connsiteY4" fmla="*/ 6304 h 182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2462" h="1825625">
                  <a:moveTo>
                    <a:pt x="1696337" y="0"/>
                  </a:moveTo>
                  <a:lnTo>
                    <a:pt x="2632462" y="0"/>
                  </a:lnTo>
                  <a:lnTo>
                    <a:pt x="2632462" y="1825625"/>
                  </a:lnTo>
                  <a:lnTo>
                    <a:pt x="0" y="1825625"/>
                  </a:lnTo>
                  <a:lnTo>
                    <a:pt x="1703071" y="6304"/>
                  </a:lnTo>
                  <a:close/>
                </a:path>
              </a:pathLst>
            </a:cu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50FEAB-A232-44CC-8CBF-563624D8E9A4}"/>
              </a:ext>
            </a:extLst>
          </p:cNvPr>
          <p:cNvGrpSpPr/>
          <p:nvPr/>
        </p:nvGrpSpPr>
        <p:grpSpPr>
          <a:xfrm>
            <a:off x="0" y="6489354"/>
            <a:ext cx="12192000" cy="368646"/>
            <a:chOff x="0" y="6489354"/>
            <a:chExt cx="12192000" cy="36864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79537D7-FFE0-4336-85D2-BF2656ACC78C}"/>
                </a:ext>
              </a:extLst>
            </p:cNvPr>
            <p:cNvSpPr/>
            <p:nvPr/>
          </p:nvSpPr>
          <p:spPr>
            <a:xfrm>
              <a:off x="0" y="6489354"/>
              <a:ext cx="12192000" cy="36512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6722893-668C-43DB-970F-BBBF33E766F5}"/>
                </a:ext>
              </a:extLst>
            </p:cNvPr>
            <p:cNvSpPr/>
            <p:nvPr/>
          </p:nvSpPr>
          <p:spPr>
            <a:xfrm>
              <a:off x="9559538" y="6489354"/>
              <a:ext cx="2632462" cy="368646"/>
            </a:xfrm>
            <a:custGeom>
              <a:avLst/>
              <a:gdLst>
                <a:gd name="connsiteX0" fmla="*/ 1696337 w 2632462"/>
                <a:gd name="connsiteY0" fmla="*/ 0 h 1825625"/>
                <a:gd name="connsiteX1" fmla="*/ 2632462 w 2632462"/>
                <a:gd name="connsiteY1" fmla="*/ 0 h 1825625"/>
                <a:gd name="connsiteX2" fmla="*/ 2632462 w 2632462"/>
                <a:gd name="connsiteY2" fmla="*/ 1825625 h 1825625"/>
                <a:gd name="connsiteX3" fmla="*/ 0 w 2632462"/>
                <a:gd name="connsiteY3" fmla="*/ 1825625 h 1825625"/>
                <a:gd name="connsiteX4" fmla="*/ 1703071 w 2632462"/>
                <a:gd name="connsiteY4" fmla="*/ 6304 h 182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2462" h="1825625">
                  <a:moveTo>
                    <a:pt x="1696337" y="0"/>
                  </a:moveTo>
                  <a:lnTo>
                    <a:pt x="2632462" y="0"/>
                  </a:lnTo>
                  <a:lnTo>
                    <a:pt x="2632462" y="1825625"/>
                  </a:lnTo>
                  <a:lnTo>
                    <a:pt x="0" y="1825625"/>
                  </a:lnTo>
                  <a:lnTo>
                    <a:pt x="1703071" y="6304"/>
                  </a:lnTo>
                  <a:close/>
                </a:path>
              </a:pathLst>
            </a:cu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13D6A7-57AA-400C-8B07-A86A8BF0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rgbClr val="FFC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2DA8-1D2F-42F6-A17E-FF94FB0AC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307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3147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n organic corner shape">
            <a:extLst>
              <a:ext uri="{FF2B5EF4-FFF2-40B4-BE49-F238E27FC236}">
                <a16:creationId xmlns:a16="http://schemas.microsoft.com/office/drawing/2014/main" id="{C87BFD26-D7BC-42A5-93B1-64D7FF79B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5178" y="4231178"/>
            <a:ext cx="2626822" cy="26268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02A18D-6328-4B8F-BD63-C47BDC2E2E19}"/>
              </a:ext>
            </a:extLst>
          </p:cNvPr>
          <p:cNvSpPr/>
          <p:nvPr/>
        </p:nvSpPr>
        <p:spPr>
          <a:xfrm>
            <a:off x="0" y="-16626"/>
            <a:ext cx="4015047" cy="68746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3D6A7-57AA-400C-8B07-A86A8BF00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73" y="2766218"/>
            <a:ext cx="2761211" cy="1325563"/>
          </a:xfrm>
        </p:spPr>
        <p:txBody>
          <a:bodyPr>
            <a:normAutofit/>
          </a:bodyPr>
          <a:lstStyle>
            <a:lvl1pPr>
              <a:defRPr sz="3000">
                <a:solidFill>
                  <a:srgbClr val="FFC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2DA8-1D2F-42F6-A17E-FF94FB0AC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178" y="677516"/>
            <a:ext cx="7564582" cy="56769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pic>
        <p:nvPicPr>
          <p:cNvPr id="13" name="Graphic 12" descr="An organic corner shape">
            <a:extLst>
              <a:ext uri="{FF2B5EF4-FFF2-40B4-BE49-F238E27FC236}">
                <a16:creationId xmlns:a16="http://schemas.microsoft.com/office/drawing/2014/main" id="{726D407A-C303-4C88-BABA-D6B59DE77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8313" y="-24939"/>
            <a:ext cx="2626822" cy="262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6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002A18D-6328-4B8F-BD63-C47BDC2E2E19}"/>
              </a:ext>
            </a:extLst>
          </p:cNvPr>
          <p:cNvSpPr/>
          <p:nvPr/>
        </p:nvSpPr>
        <p:spPr>
          <a:xfrm>
            <a:off x="0" y="0"/>
            <a:ext cx="12192000" cy="182562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57AE43-C818-436F-9F8B-A5A31D1AB684}"/>
              </a:ext>
            </a:extLst>
          </p:cNvPr>
          <p:cNvSpPr/>
          <p:nvPr/>
        </p:nvSpPr>
        <p:spPr>
          <a:xfrm>
            <a:off x="9559538" y="-16625"/>
            <a:ext cx="2632462" cy="1842250"/>
          </a:xfrm>
          <a:custGeom>
            <a:avLst/>
            <a:gdLst>
              <a:gd name="connsiteX0" fmla="*/ 1696337 w 2632462"/>
              <a:gd name="connsiteY0" fmla="*/ 0 h 1825625"/>
              <a:gd name="connsiteX1" fmla="*/ 2632462 w 2632462"/>
              <a:gd name="connsiteY1" fmla="*/ 0 h 1825625"/>
              <a:gd name="connsiteX2" fmla="*/ 2632462 w 2632462"/>
              <a:gd name="connsiteY2" fmla="*/ 1825625 h 1825625"/>
              <a:gd name="connsiteX3" fmla="*/ 0 w 2632462"/>
              <a:gd name="connsiteY3" fmla="*/ 1825625 h 1825625"/>
              <a:gd name="connsiteX4" fmla="*/ 1703071 w 2632462"/>
              <a:gd name="connsiteY4" fmla="*/ 6304 h 182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32462" h="1825625">
                <a:moveTo>
                  <a:pt x="1696337" y="0"/>
                </a:moveTo>
                <a:lnTo>
                  <a:pt x="2632462" y="0"/>
                </a:lnTo>
                <a:lnTo>
                  <a:pt x="2632462" y="1825625"/>
                </a:lnTo>
                <a:lnTo>
                  <a:pt x="0" y="1825625"/>
                </a:lnTo>
                <a:lnTo>
                  <a:pt x="1703071" y="6304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9537D7-FFE0-4336-85D2-BF2656ACC78C}"/>
              </a:ext>
            </a:extLst>
          </p:cNvPr>
          <p:cNvSpPr/>
          <p:nvPr/>
        </p:nvSpPr>
        <p:spPr>
          <a:xfrm>
            <a:off x="0" y="6485834"/>
            <a:ext cx="12192000" cy="368646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722893-668C-43DB-970F-BBBF33E766F5}"/>
              </a:ext>
            </a:extLst>
          </p:cNvPr>
          <p:cNvSpPr/>
          <p:nvPr/>
        </p:nvSpPr>
        <p:spPr>
          <a:xfrm>
            <a:off x="9559538" y="6489354"/>
            <a:ext cx="2632462" cy="368646"/>
          </a:xfrm>
          <a:custGeom>
            <a:avLst/>
            <a:gdLst>
              <a:gd name="connsiteX0" fmla="*/ 1696337 w 2632462"/>
              <a:gd name="connsiteY0" fmla="*/ 0 h 1825625"/>
              <a:gd name="connsiteX1" fmla="*/ 2632462 w 2632462"/>
              <a:gd name="connsiteY1" fmla="*/ 0 h 1825625"/>
              <a:gd name="connsiteX2" fmla="*/ 2632462 w 2632462"/>
              <a:gd name="connsiteY2" fmla="*/ 1825625 h 1825625"/>
              <a:gd name="connsiteX3" fmla="*/ 0 w 2632462"/>
              <a:gd name="connsiteY3" fmla="*/ 1825625 h 1825625"/>
              <a:gd name="connsiteX4" fmla="*/ 1703071 w 2632462"/>
              <a:gd name="connsiteY4" fmla="*/ 6304 h 182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32462" h="1825625">
                <a:moveTo>
                  <a:pt x="1696337" y="0"/>
                </a:moveTo>
                <a:lnTo>
                  <a:pt x="2632462" y="0"/>
                </a:lnTo>
                <a:lnTo>
                  <a:pt x="2632462" y="1825625"/>
                </a:lnTo>
                <a:lnTo>
                  <a:pt x="0" y="1825625"/>
                </a:lnTo>
                <a:lnTo>
                  <a:pt x="1703071" y="6304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3D6A7-57AA-400C-8B07-A86A8BF0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2DA8-1D2F-42F6-A17E-FF94FB0AC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307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0926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n organic corner shape">
            <a:extLst>
              <a:ext uri="{FF2B5EF4-FFF2-40B4-BE49-F238E27FC236}">
                <a16:creationId xmlns:a16="http://schemas.microsoft.com/office/drawing/2014/main" id="{C87BFD26-D7BC-42A5-93B1-64D7FF79B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5178" y="4231178"/>
            <a:ext cx="2626822" cy="26268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02A18D-6328-4B8F-BD63-C47BDC2E2E19}"/>
              </a:ext>
            </a:extLst>
          </p:cNvPr>
          <p:cNvSpPr/>
          <p:nvPr/>
        </p:nvSpPr>
        <p:spPr>
          <a:xfrm>
            <a:off x="0" y="-16626"/>
            <a:ext cx="4015047" cy="6874626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rgbClr val="00206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3D6A7-57AA-400C-8B07-A86A8BF00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73" y="2766218"/>
            <a:ext cx="2761211" cy="1325563"/>
          </a:xfrm>
        </p:spPr>
        <p:txBody>
          <a:bodyPr>
            <a:normAutofit/>
          </a:bodyPr>
          <a:lstStyle>
            <a:lvl1pPr>
              <a:defRPr sz="30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2DA8-1D2F-42F6-A17E-FF94FB0AC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178" y="677516"/>
            <a:ext cx="7564582" cy="56769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pic>
        <p:nvPicPr>
          <p:cNvPr id="13" name="Graphic 12" descr="An organic corner shape">
            <a:extLst>
              <a:ext uri="{FF2B5EF4-FFF2-40B4-BE49-F238E27FC236}">
                <a16:creationId xmlns:a16="http://schemas.microsoft.com/office/drawing/2014/main" id="{726D407A-C303-4C88-BABA-D6B59DE77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-8313" y="-24939"/>
            <a:ext cx="2626822" cy="262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13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 collection of circles in various sizes and patterns">
            <a:extLst>
              <a:ext uri="{FF2B5EF4-FFF2-40B4-BE49-F238E27FC236}">
                <a16:creationId xmlns:a16="http://schemas.microsoft.com/office/drawing/2014/main" id="{05128BE6-929A-4AAB-AD14-6AC818937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9903" y="3780017"/>
            <a:ext cx="4572000" cy="457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2DA8-1D2F-42F6-A17E-FF94FB0AC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937"/>
            <a:ext cx="10515600" cy="4658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3D6A7-57AA-400C-8B07-A86A8BF0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pic>
        <p:nvPicPr>
          <p:cNvPr id="10" name="Graphic 9" descr="A collection of circles in various sizes and patterns">
            <a:extLst>
              <a:ext uri="{FF2B5EF4-FFF2-40B4-BE49-F238E27FC236}">
                <a16:creationId xmlns:a16="http://schemas.microsoft.com/office/drawing/2014/main" id="{E590DE54-93D8-4BE7-B9CA-7893670B5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-806388" y="-832739"/>
            <a:ext cx="2523427" cy="2523427"/>
          </a:xfrm>
          <a:prstGeom prst="rect">
            <a:avLst/>
          </a:prstGeom>
        </p:spPr>
      </p:pic>
      <p:pic>
        <p:nvPicPr>
          <p:cNvPr id="11" name="Graphic 10" descr="An organic corner shape">
            <a:extLst>
              <a:ext uri="{FF2B5EF4-FFF2-40B4-BE49-F238E27FC236}">
                <a16:creationId xmlns:a16="http://schemas.microsoft.com/office/drawing/2014/main" id="{EEB0CD68-25E7-478A-A181-EE4E231BA4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0" y="4231178"/>
            <a:ext cx="2626822" cy="2626822"/>
          </a:xfrm>
          <a:prstGeom prst="rect">
            <a:avLst/>
          </a:prstGeom>
        </p:spPr>
      </p:pic>
      <p:pic>
        <p:nvPicPr>
          <p:cNvPr id="12" name="Graphic 11" descr="An organic corner shape">
            <a:extLst>
              <a:ext uri="{FF2B5EF4-FFF2-40B4-BE49-F238E27FC236}">
                <a16:creationId xmlns:a16="http://schemas.microsoft.com/office/drawing/2014/main" id="{B3758C8B-3D41-4EA7-A621-72AD64D81A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9565178" y="0"/>
            <a:ext cx="2626822" cy="262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32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 collection of circles in various sizes and patterns">
            <a:extLst>
              <a:ext uri="{FF2B5EF4-FFF2-40B4-BE49-F238E27FC236}">
                <a16:creationId xmlns:a16="http://schemas.microsoft.com/office/drawing/2014/main" id="{05128BE6-929A-4AAB-AD14-6AC818937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9903" y="3780017"/>
            <a:ext cx="4572000" cy="457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2DA8-1D2F-42F6-A17E-FF94FB0AC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937"/>
            <a:ext cx="10515600" cy="4658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3D6A7-57AA-400C-8B07-A86A8BF0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pic>
        <p:nvPicPr>
          <p:cNvPr id="10" name="Graphic 9" descr="A collection of circles in various sizes and patterns">
            <a:extLst>
              <a:ext uri="{FF2B5EF4-FFF2-40B4-BE49-F238E27FC236}">
                <a16:creationId xmlns:a16="http://schemas.microsoft.com/office/drawing/2014/main" id="{E590DE54-93D8-4BE7-B9CA-7893670B5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-806388" y="-832739"/>
            <a:ext cx="2523427" cy="2523427"/>
          </a:xfrm>
          <a:prstGeom prst="rect">
            <a:avLst/>
          </a:prstGeom>
        </p:spPr>
      </p:pic>
      <p:pic>
        <p:nvPicPr>
          <p:cNvPr id="11" name="Graphic 10" descr="An organic corner shape">
            <a:extLst>
              <a:ext uri="{FF2B5EF4-FFF2-40B4-BE49-F238E27FC236}">
                <a16:creationId xmlns:a16="http://schemas.microsoft.com/office/drawing/2014/main" id="{EEB0CD68-25E7-478A-A181-EE4E231BA4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0" y="4231178"/>
            <a:ext cx="2626822" cy="2626822"/>
          </a:xfrm>
          <a:prstGeom prst="rect">
            <a:avLst/>
          </a:prstGeom>
        </p:spPr>
      </p:pic>
      <p:pic>
        <p:nvPicPr>
          <p:cNvPr id="12" name="Graphic 11" descr="An organic corner shape">
            <a:extLst>
              <a:ext uri="{FF2B5EF4-FFF2-40B4-BE49-F238E27FC236}">
                <a16:creationId xmlns:a16="http://schemas.microsoft.com/office/drawing/2014/main" id="{B3758C8B-3D41-4EA7-A621-72AD64D81A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9565178" y="0"/>
            <a:ext cx="2626822" cy="262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3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6B91479-6A4C-436B-A47D-992CF9293B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BF134C-607D-44A0-9276-91A2728833A1}"/>
              </a:ext>
            </a:extLst>
          </p:cNvPr>
          <p:cNvSpPr/>
          <p:nvPr/>
        </p:nvSpPr>
        <p:spPr>
          <a:xfrm>
            <a:off x="838200" y="1833937"/>
            <a:ext cx="10515600" cy="46589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85612C-B1CA-460D-8BE5-033819D294FF}"/>
              </a:ext>
            </a:extLst>
          </p:cNvPr>
          <p:cNvSpPr/>
          <p:nvPr/>
        </p:nvSpPr>
        <p:spPr>
          <a:xfrm>
            <a:off x="838200" y="356813"/>
            <a:ext cx="10515600" cy="133387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3D6A7-57AA-400C-8B07-A86A8BF0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2DA8-1D2F-42F6-A17E-FF94FB0AC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937"/>
            <a:ext cx="10515600" cy="4658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8335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A5EB-55B6-4721-AE0A-B9371632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582CE-2A89-4DC1-9003-D954006CD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093F0-AE3B-4F04-83F8-C3302DCC8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35899-831A-41FE-86ED-A3D82241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257E-E1B6-4153-AE61-67DAB7A5951F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B5880-A27D-4FCD-9244-6EC61A4E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A5F64-3359-468A-B5B3-39EFD38B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C07E-AF25-4C15-A6C0-3815C976AA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174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FFC8-56EC-4180-BCCF-6B4409C18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6A0E5-5C95-4020-B022-66F48C3AC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1F88E-FBEE-4FC4-859D-77CEC4F3C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E1148-58C6-4070-A9A8-2ECB48CEA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A8DB1-FEBF-495E-8437-0F918915D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274BE0-8F70-4515-B8FE-CCDED959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257E-E1B6-4153-AE61-67DAB7A5951F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1723A-5D00-474B-918B-EB3951DCA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AD1988-532C-49EF-A5BE-AD460163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C07E-AF25-4C15-A6C0-3815C976AA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7303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9B35-AACE-4C78-9F65-83FCB899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30BC0-9BC6-4DC9-9819-A82AC095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257E-E1B6-4153-AE61-67DAB7A5951F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7B9EF-838D-49D1-9704-08D452FF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58662-2A8F-4284-979A-1A2C1409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C07E-AF25-4C15-A6C0-3815C976AA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732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380DE-ABCA-4A43-8AAB-0706F761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257E-E1B6-4153-AE61-67DAB7A5951F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D74BC-BA21-454F-974E-F3FE3EE21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5EB88-2AD9-498A-9B3C-A8EF135B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C07E-AF25-4C15-A6C0-3815C976AA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7628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0C416-882E-4E37-9231-1E614252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72EB3-52CB-4DD6-AECE-FE976CA20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A12C0-9E8B-47CF-B2FA-6C4120A66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98561-3E20-408B-9149-561FC5F01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257E-E1B6-4153-AE61-67DAB7A5951F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055F5-AC64-48CA-9B88-3319C4C52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4BC36-0E1C-443F-ABDF-BF820FB1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C07E-AF25-4C15-A6C0-3815C976AA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1185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ADA2-C075-4D1C-B627-CA5A54020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71476-7B7B-40FF-9215-1D28E189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D1185-69BE-4575-B69B-06295A6BE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84938-A73E-48AF-A834-181B64F7C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257E-E1B6-4153-AE61-67DAB7A5951F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21CA5-10FD-4F39-B1CA-1997E999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59B01-FA5A-4222-B93D-60130A4B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C07E-AF25-4C15-A6C0-3815C976AA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1652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1FF8-932D-4636-8197-F4416136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2ED65-694B-499D-AD75-1E4016B65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CAD28-1667-47DA-A2A5-95F1BF82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257E-E1B6-4153-AE61-67DAB7A5951F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83AF2-6B4A-42BC-AAD7-AD559914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7E326-4749-4FF2-B114-94A947F63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C07E-AF25-4C15-A6C0-3815C976AA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9986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30820D-0B1A-4C80-B2C2-639AD893B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D9E4F-F903-4391-ACAC-AE5E650C1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26C51-49A2-43B6-B155-D69637E3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257E-E1B6-4153-AE61-67DAB7A5951F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8C836-2D95-4E01-B4D5-5CB817F0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EC8FB-6FCD-4D4D-9794-86515241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C07E-AF25-4C15-A6C0-3815C976AA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626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EB6AC-0EB9-4623-B06A-C94C62258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BE0F9-8466-4F80-B258-DFB32DA5C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E950C-D336-4495-AAF2-E1CB52AE8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B257E-E1B6-4153-AE61-67DAB7A5951F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0D7CD-B6EB-4EA3-B03E-C1887D817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8D297-0EA3-4804-AAD0-5669570C5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5C07E-AF25-4C15-A6C0-3815C976AA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769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plat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Impac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1" id="{760F600E-E58F-42AE-855D-CBC069B7BED4}" vid="{390B8F30-83A4-41C4-A19F-491601F602C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Impact</vt:lpstr>
      <vt:lpstr>template1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hasan</dc:creator>
  <cp:lastModifiedBy>ahmad hasan</cp:lastModifiedBy>
  <cp:revision>2</cp:revision>
  <dcterms:created xsi:type="dcterms:W3CDTF">2025-09-08T18:32:18Z</dcterms:created>
  <dcterms:modified xsi:type="dcterms:W3CDTF">2025-09-08T18:40:40Z</dcterms:modified>
</cp:coreProperties>
</file>