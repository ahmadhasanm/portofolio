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33B8A-0A69-452F-A544-8A6686D92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AE129-7C23-4B75-BAC3-932B08076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1537B-62EC-45DE-8A45-F792322E5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EFD1-7B21-4D3C-83CD-72C3799A5B5E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2997A-D9D3-4980-94A2-D1F8148E9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672F6-4B35-4D21-9461-D3EAC6817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0307-38E1-4E8B-9937-A27479E80C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3052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B4C1B2C-1AAE-4360-83AE-4E9F6530CECF}"/>
              </a:ext>
            </a:extLst>
          </p:cNvPr>
          <p:cNvSpPr/>
          <p:nvPr userDrawn="1"/>
        </p:nvSpPr>
        <p:spPr>
          <a:xfrm>
            <a:off x="0" y="5079715"/>
            <a:ext cx="12192000" cy="177828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BD422E-D2A9-421D-9550-7D72DC10278C}"/>
              </a:ext>
            </a:extLst>
          </p:cNvPr>
          <p:cNvSpPr/>
          <p:nvPr userDrawn="1"/>
        </p:nvSpPr>
        <p:spPr>
          <a:xfrm>
            <a:off x="0" y="0"/>
            <a:ext cx="12192000" cy="5079715"/>
          </a:xfrm>
          <a:prstGeom prst="rect">
            <a:avLst/>
          </a:prstGeom>
          <a:solidFill>
            <a:srgbClr val="FF3399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71A97C-4B16-4865-89F6-A7BA584B1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79057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4DEAD-3579-43A8-91E8-6F479B78C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2187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F3A9D1B-C6FD-4EF3-BC34-262417F49389}"/>
              </a:ext>
            </a:extLst>
          </p:cNvPr>
          <p:cNvSpPr/>
          <p:nvPr userDrawn="1"/>
        </p:nvSpPr>
        <p:spPr>
          <a:xfrm rot="5400000">
            <a:off x="7159730" y="1735941"/>
            <a:ext cx="4792428" cy="1895120"/>
          </a:xfrm>
          <a:custGeom>
            <a:avLst/>
            <a:gdLst>
              <a:gd name="connsiteX0" fmla="*/ 192498 w 4792428"/>
              <a:gd name="connsiteY0" fmla="*/ 947561 h 1895120"/>
              <a:gd name="connsiteX1" fmla="*/ 322952 w 4792428"/>
              <a:gd name="connsiteY1" fmla="*/ 1078014 h 1895120"/>
              <a:gd name="connsiteX2" fmla="*/ 453405 w 4792428"/>
              <a:gd name="connsiteY2" fmla="*/ 947561 h 1895120"/>
              <a:gd name="connsiteX3" fmla="*/ 322952 w 4792428"/>
              <a:gd name="connsiteY3" fmla="*/ 817106 h 1895120"/>
              <a:gd name="connsiteX4" fmla="*/ 192498 w 4792428"/>
              <a:gd name="connsiteY4" fmla="*/ 947561 h 1895120"/>
              <a:gd name="connsiteX5" fmla="*/ 0 w 4792428"/>
              <a:gd name="connsiteY5" fmla="*/ 947561 h 1895120"/>
              <a:gd name="connsiteX6" fmla="*/ 756593 w 4792428"/>
              <a:gd name="connsiteY6" fmla="*/ 19252 h 1895120"/>
              <a:gd name="connsiteX7" fmla="*/ 947558 w 4792428"/>
              <a:gd name="connsiteY7" fmla="*/ 0 h 1895120"/>
              <a:gd name="connsiteX8" fmla="*/ 1648740 w 4792428"/>
              <a:gd name="connsiteY8" fmla="*/ 312547 h 1895120"/>
              <a:gd name="connsiteX9" fmla="*/ 1711908 w 4792428"/>
              <a:gd name="connsiteY9" fmla="*/ 393845 h 1895120"/>
              <a:gd name="connsiteX10" fmla="*/ 1771988 w 4792428"/>
              <a:gd name="connsiteY10" fmla="*/ 393845 h 1895120"/>
              <a:gd name="connsiteX11" fmla="*/ 1935264 w 4792428"/>
              <a:gd name="connsiteY11" fmla="*/ 532275 h 1895120"/>
              <a:gd name="connsiteX12" fmla="*/ 2045321 w 4792428"/>
              <a:gd name="connsiteY12" fmla="*/ 532275 h 1895120"/>
              <a:gd name="connsiteX13" fmla="*/ 2045321 w 4792428"/>
              <a:gd name="connsiteY13" fmla="*/ 528205 h 1895120"/>
              <a:gd name="connsiteX14" fmla="*/ 2127380 w 4792428"/>
              <a:gd name="connsiteY14" fmla="*/ 404405 h 1895120"/>
              <a:gd name="connsiteX15" fmla="*/ 2179676 w 4792428"/>
              <a:gd name="connsiteY15" fmla="*/ 393845 h 1895120"/>
              <a:gd name="connsiteX16" fmla="*/ 2291251 w 4792428"/>
              <a:gd name="connsiteY16" fmla="*/ 393845 h 1895120"/>
              <a:gd name="connsiteX17" fmla="*/ 2425607 w 4792428"/>
              <a:gd name="connsiteY17" fmla="*/ 528205 h 1895120"/>
              <a:gd name="connsiteX18" fmla="*/ 2425611 w 4792428"/>
              <a:gd name="connsiteY18" fmla="*/ 532275 h 1895120"/>
              <a:gd name="connsiteX19" fmla="*/ 4792428 w 4792428"/>
              <a:gd name="connsiteY19" fmla="*/ 515343 h 1895120"/>
              <a:gd name="connsiteX20" fmla="*/ 4792428 w 4792428"/>
              <a:gd name="connsiteY20" fmla="*/ 1343157 h 1895120"/>
              <a:gd name="connsiteX21" fmla="*/ 3237801 w 4792428"/>
              <a:gd name="connsiteY21" fmla="*/ 1362847 h 1895120"/>
              <a:gd name="connsiteX22" fmla="*/ 2425607 w 4792428"/>
              <a:gd name="connsiteY22" fmla="*/ 1362847 h 1895120"/>
              <a:gd name="connsiteX23" fmla="*/ 2425607 w 4792428"/>
              <a:gd name="connsiteY23" fmla="*/ 1366917 h 1895120"/>
              <a:gd name="connsiteX24" fmla="*/ 2291248 w 4792428"/>
              <a:gd name="connsiteY24" fmla="*/ 1501276 h 1895120"/>
              <a:gd name="connsiteX25" fmla="*/ 2179676 w 4792428"/>
              <a:gd name="connsiteY25" fmla="*/ 1501276 h 1895120"/>
              <a:gd name="connsiteX26" fmla="*/ 2045321 w 4792428"/>
              <a:gd name="connsiteY26" fmla="*/ 1366917 h 1895120"/>
              <a:gd name="connsiteX27" fmla="*/ 2045321 w 4792428"/>
              <a:gd name="connsiteY27" fmla="*/ 1362847 h 1895120"/>
              <a:gd name="connsiteX28" fmla="*/ 1935264 w 4792428"/>
              <a:gd name="connsiteY28" fmla="*/ 1362847 h 1895120"/>
              <a:gd name="connsiteX29" fmla="*/ 1771987 w 4792428"/>
              <a:gd name="connsiteY29" fmla="*/ 1501276 h 1895120"/>
              <a:gd name="connsiteX30" fmla="*/ 1711318 w 4792428"/>
              <a:gd name="connsiteY30" fmla="*/ 1501276 h 1895120"/>
              <a:gd name="connsiteX31" fmla="*/ 1686066 w 4792428"/>
              <a:gd name="connsiteY31" fmla="*/ 1537935 h 1895120"/>
              <a:gd name="connsiteX32" fmla="*/ 947558 w 4792428"/>
              <a:gd name="connsiteY32" fmla="*/ 1895120 h 1895120"/>
              <a:gd name="connsiteX33" fmla="*/ 0 w 4792428"/>
              <a:gd name="connsiteY33" fmla="*/ 947561 h 1895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792428" h="1895120">
                <a:moveTo>
                  <a:pt x="192498" y="947561"/>
                </a:moveTo>
                <a:cubicBezTo>
                  <a:pt x="192498" y="1019608"/>
                  <a:pt x="250905" y="1078014"/>
                  <a:pt x="322952" y="1078014"/>
                </a:cubicBezTo>
                <a:cubicBezTo>
                  <a:pt x="394999" y="1078014"/>
                  <a:pt x="453405" y="1019608"/>
                  <a:pt x="453405" y="947561"/>
                </a:cubicBezTo>
                <a:cubicBezTo>
                  <a:pt x="453405" y="875513"/>
                  <a:pt x="394999" y="817106"/>
                  <a:pt x="322952" y="817106"/>
                </a:cubicBezTo>
                <a:cubicBezTo>
                  <a:pt x="250905" y="817106"/>
                  <a:pt x="192498" y="875513"/>
                  <a:pt x="192498" y="947561"/>
                </a:cubicBezTo>
                <a:close/>
                <a:moveTo>
                  <a:pt x="0" y="947561"/>
                </a:moveTo>
                <a:cubicBezTo>
                  <a:pt x="0" y="489653"/>
                  <a:pt x="324805" y="107608"/>
                  <a:pt x="756593" y="19252"/>
                </a:cubicBezTo>
                <a:cubicBezTo>
                  <a:pt x="818277" y="6628"/>
                  <a:pt x="882144" y="0"/>
                  <a:pt x="947558" y="0"/>
                </a:cubicBezTo>
                <a:cubicBezTo>
                  <a:pt x="1226240" y="0"/>
                  <a:pt x="1476824" y="120306"/>
                  <a:pt x="1648740" y="312547"/>
                </a:cubicBezTo>
                <a:lnTo>
                  <a:pt x="1711908" y="393845"/>
                </a:lnTo>
                <a:lnTo>
                  <a:pt x="1771988" y="393845"/>
                </a:lnTo>
                <a:cubicBezTo>
                  <a:pt x="1854779" y="393845"/>
                  <a:pt x="1923713" y="453180"/>
                  <a:pt x="1935264" y="532275"/>
                </a:cubicBezTo>
                <a:lnTo>
                  <a:pt x="2045321" y="532275"/>
                </a:lnTo>
                <a:lnTo>
                  <a:pt x="2045321" y="528205"/>
                </a:lnTo>
                <a:cubicBezTo>
                  <a:pt x="2045318" y="472553"/>
                  <a:pt x="2079156" y="424800"/>
                  <a:pt x="2127380" y="404405"/>
                </a:cubicBezTo>
                <a:cubicBezTo>
                  <a:pt x="2143455" y="397605"/>
                  <a:pt x="2161128" y="393845"/>
                  <a:pt x="2179676" y="393845"/>
                </a:cubicBezTo>
                <a:lnTo>
                  <a:pt x="2291251" y="393845"/>
                </a:lnTo>
                <a:cubicBezTo>
                  <a:pt x="2365455" y="393845"/>
                  <a:pt x="2425607" y="454001"/>
                  <a:pt x="2425607" y="528205"/>
                </a:cubicBezTo>
                <a:cubicBezTo>
                  <a:pt x="2425607" y="529560"/>
                  <a:pt x="2425611" y="530919"/>
                  <a:pt x="2425611" y="532275"/>
                </a:cubicBezTo>
                <a:lnTo>
                  <a:pt x="4792428" y="515343"/>
                </a:lnTo>
                <a:lnTo>
                  <a:pt x="4792428" y="1343157"/>
                </a:lnTo>
                <a:lnTo>
                  <a:pt x="3237801" y="1362847"/>
                </a:lnTo>
                <a:lnTo>
                  <a:pt x="2425607" y="1362847"/>
                </a:lnTo>
                <a:lnTo>
                  <a:pt x="2425607" y="1366917"/>
                </a:lnTo>
                <a:cubicBezTo>
                  <a:pt x="2425611" y="1441122"/>
                  <a:pt x="2365455" y="1501276"/>
                  <a:pt x="2291248" y="1501276"/>
                </a:cubicBezTo>
                <a:lnTo>
                  <a:pt x="2179676" y="1501276"/>
                </a:lnTo>
                <a:cubicBezTo>
                  <a:pt x="2105471" y="1501276"/>
                  <a:pt x="2045318" y="1441122"/>
                  <a:pt x="2045321" y="1366917"/>
                </a:cubicBezTo>
                <a:lnTo>
                  <a:pt x="2045321" y="1362847"/>
                </a:lnTo>
                <a:lnTo>
                  <a:pt x="1935264" y="1362847"/>
                </a:lnTo>
                <a:cubicBezTo>
                  <a:pt x="1923713" y="1441942"/>
                  <a:pt x="1854779" y="1501276"/>
                  <a:pt x="1771987" y="1501276"/>
                </a:cubicBezTo>
                <a:lnTo>
                  <a:pt x="1711318" y="1501276"/>
                </a:lnTo>
                <a:lnTo>
                  <a:pt x="1686066" y="1537935"/>
                </a:lnTo>
                <a:cubicBezTo>
                  <a:pt x="1514242" y="1756097"/>
                  <a:pt x="1247135" y="1895120"/>
                  <a:pt x="947558" y="1895120"/>
                </a:cubicBezTo>
                <a:cubicBezTo>
                  <a:pt x="424237" y="1895120"/>
                  <a:pt x="0" y="1470884"/>
                  <a:pt x="0" y="947561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reflection blurRad="190500" stA="52000" endA="300" endPos="4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270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95572C3-3C7A-4131-B3CE-AAD792A028ED}"/>
              </a:ext>
            </a:extLst>
          </p:cNvPr>
          <p:cNvSpPr/>
          <p:nvPr userDrawn="1"/>
        </p:nvSpPr>
        <p:spPr>
          <a:xfrm flipH="1">
            <a:off x="9210570" y="2260709"/>
            <a:ext cx="820001" cy="2991515"/>
          </a:xfrm>
          <a:custGeom>
            <a:avLst/>
            <a:gdLst>
              <a:gd name="connsiteX0" fmla="*/ 419929 w 762000"/>
              <a:gd name="connsiteY0" fmla="*/ 691991 h 2505075"/>
              <a:gd name="connsiteX1" fmla="*/ 440884 w 762000"/>
              <a:gd name="connsiteY1" fmla="*/ 751999 h 2505075"/>
              <a:gd name="connsiteX2" fmla="*/ 444694 w 762000"/>
              <a:gd name="connsiteY2" fmla="*/ 706279 h 2505075"/>
              <a:gd name="connsiteX3" fmla="*/ 419929 w 762000"/>
              <a:gd name="connsiteY3" fmla="*/ 691991 h 2505075"/>
              <a:gd name="connsiteX4" fmla="*/ 419929 w 762000"/>
              <a:gd name="connsiteY4" fmla="*/ 691991 h 2505075"/>
              <a:gd name="connsiteX5" fmla="*/ 419929 w 762000"/>
              <a:gd name="connsiteY5" fmla="*/ 691991 h 2505075"/>
              <a:gd name="connsiteX6" fmla="*/ 446599 w 762000"/>
              <a:gd name="connsiteY6" fmla="*/ 2432209 h 2505075"/>
              <a:gd name="connsiteX7" fmla="*/ 442789 w 762000"/>
              <a:gd name="connsiteY7" fmla="*/ 2365534 h 2505075"/>
              <a:gd name="connsiteX8" fmla="*/ 436122 w 762000"/>
              <a:gd name="connsiteY8" fmla="*/ 2336006 h 2505075"/>
              <a:gd name="connsiteX9" fmla="*/ 447552 w 762000"/>
              <a:gd name="connsiteY9" fmla="*/ 2264569 h 2505075"/>
              <a:gd name="connsiteX10" fmla="*/ 428502 w 762000"/>
              <a:gd name="connsiteY10" fmla="*/ 2204561 h 2505075"/>
              <a:gd name="connsiteX11" fmla="*/ 428502 w 762000"/>
              <a:gd name="connsiteY11" fmla="*/ 1926431 h 2505075"/>
              <a:gd name="connsiteX12" fmla="*/ 459934 w 762000"/>
              <a:gd name="connsiteY12" fmla="*/ 1774031 h 2505075"/>
              <a:gd name="connsiteX13" fmla="*/ 445647 w 762000"/>
              <a:gd name="connsiteY13" fmla="*/ 1730216 h 2505075"/>
              <a:gd name="connsiteX14" fmla="*/ 455172 w 762000"/>
              <a:gd name="connsiteY14" fmla="*/ 1694021 h 2505075"/>
              <a:gd name="connsiteX15" fmla="*/ 453267 w 762000"/>
              <a:gd name="connsiteY15" fmla="*/ 1617821 h 2505075"/>
              <a:gd name="connsiteX16" fmla="*/ 405642 w 762000"/>
              <a:gd name="connsiteY16" fmla="*/ 1476851 h 2505075"/>
              <a:gd name="connsiteX17" fmla="*/ 327537 w 762000"/>
              <a:gd name="connsiteY17" fmla="*/ 1759744 h 2505075"/>
              <a:gd name="connsiteX18" fmla="*/ 326584 w 762000"/>
              <a:gd name="connsiteY18" fmla="*/ 1809274 h 2505075"/>
              <a:gd name="connsiteX19" fmla="*/ 301819 w 762000"/>
              <a:gd name="connsiteY19" fmla="*/ 1842611 h 2505075"/>
              <a:gd name="connsiteX20" fmla="*/ 304677 w 762000"/>
              <a:gd name="connsiteY20" fmla="*/ 1867376 h 2505075"/>
              <a:gd name="connsiteX21" fmla="*/ 287532 w 762000"/>
              <a:gd name="connsiteY21" fmla="*/ 1904524 h 2505075"/>
              <a:gd name="connsiteX22" fmla="*/ 246574 w 762000"/>
              <a:gd name="connsiteY22" fmla="*/ 2167414 h 2505075"/>
              <a:gd name="connsiteX23" fmla="*/ 251337 w 762000"/>
              <a:gd name="connsiteY23" fmla="*/ 2280761 h 2505075"/>
              <a:gd name="connsiteX24" fmla="*/ 236097 w 762000"/>
              <a:gd name="connsiteY24" fmla="*/ 2376011 h 2505075"/>
              <a:gd name="connsiteX25" fmla="*/ 325632 w 762000"/>
              <a:gd name="connsiteY25" fmla="*/ 2465546 h 2505075"/>
              <a:gd name="connsiteX26" fmla="*/ 748542 w 762000"/>
              <a:gd name="connsiteY26" fmla="*/ 2494121 h 2505075"/>
              <a:gd name="connsiteX27" fmla="*/ 600904 w 762000"/>
              <a:gd name="connsiteY27" fmla="*/ 2490311 h 2505075"/>
              <a:gd name="connsiteX28" fmla="*/ 446599 w 762000"/>
              <a:gd name="connsiteY28" fmla="*/ 2432209 h 2505075"/>
              <a:gd name="connsiteX29" fmla="*/ 116082 w 762000"/>
              <a:gd name="connsiteY29" fmla="*/ 2428399 h 2505075"/>
              <a:gd name="connsiteX30" fmla="*/ 137989 w 762000"/>
              <a:gd name="connsiteY30" fmla="*/ 2365534 h 2505075"/>
              <a:gd name="connsiteX31" fmla="*/ 113224 w 762000"/>
              <a:gd name="connsiteY31" fmla="*/ 2288381 h 2505075"/>
              <a:gd name="connsiteX32" fmla="*/ 125607 w 762000"/>
              <a:gd name="connsiteY32" fmla="*/ 2133124 h 2505075"/>
              <a:gd name="connsiteX33" fmla="*/ 152277 w 762000"/>
              <a:gd name="connsiteY33" fmla="*/ 1778794 h 2505075"/>
              <a:gd name="connsiteX34" fmla="*/ 163707 w 762000"/>
              <a:gd name="connsiteY34" fmla="*/ 1728311 h 2505075"/>
              <a:gd name="connsiteX35" fmla="*/ 168469 w 762000"/>
              <a:gd name="connsiteY35" fmla="*/ 1663541 h 2505075"/>
              <a:gd name="connsiteX36" fmla="*/ 165612 w 762000"/>
              <a:gd name="connsiteY36" fmla="*/ 1606391 h 2505075"/>
              <a:gd name="connsiteX37" fmla="*/ 144657 w 762000"/>
              <a:gd name="connsiteY37" fmla="*/ 1468279 h 2505075"/>
              <a:gd name="connsiteX38" fmla="*/ 124654 w 762000"/>
              <a:gd name="connsiteY38" fmla="*/ 1383506 h 2505075"/>
              <a:gd name="connsiteX39" fmla="*/ 77982 w 762000"/>
              <a:gd name="connsiteY39" fmla="*/ 1324451 h 2505075"/>
              <a:gd name="connsiteX40" fmla="*/ 115129 w 762000"/>
              <a:gd name="connsiteY40" fmla="*/ 994886 h 2505075"/>
              <a:gd name="connsiteX41" fmla="*/ 119892 w 762000"/>
              <a:gd name="connsiteY41" fmla="*/ 964406 h 2505075"/>
              <a:gd name="connsiteX42" fmla="*/ 119892 w 762000"/>
              <a:gd name="connsiteY42" fmla="*/ 959644 h 2505075"/>
              <a:gd name="connsiteX43" fmla="*/ 108462 w 762000"/>
              <a:gd name="connsiteY43" fmla="*/ 942499 h 2505075"/>
              <a:gd name="connsiteX44" fmla="*/ 119892 w 762000"/>
              <a:gd name="connsiteY44" fmla="*/ 887254 h 2505075"/>
              <a:gd name="connsiteX45" fmla="*/ 91317 w 762000"/>
              <a:gd name="connsiteY45" fmla="*/ 830104 h 2505075"/>
              <a:gd name="connsiteX46" fmla="*/ 77029 w 762000"/>
              <a:gd name="connsiteY46" fmla="*/ 792956 h 2505075"/>
              <a:gd name="connsiteX47" fmla="*/ 80839 w 762000"/>
              <a:gd name="connsiteY47" fmla="*/ 754856 h 2505075"/>
              <a:gd name="connsiteX48" fmla="*/ 68457 w 762000"/>
              <a:gd name="connsiteY48" fmla="*/ 746284 h 2505075"/>
              <a:gd name="connsiteX49" fmla="*/ 56074 w 762000"/>
              <a:gd name="connsiteY49" fmla="*/ 690086 h 2505075"/>
              <a:gd name="connsiteX50" fmla="*/ 19879 w 762000"/>
              <a:gd name="connsiteY50" fmla="*/ 605314 h 2505075"/>
              <a:gd name="connsiteX51" fmla="*/ 9402 w 762000"/>
              <a:gd name="connsiteY51" fmla="*/ 522446 h 2505075"/>
              <a:gd name="connsiteX52" fmla="*/ 26547 w 762000"/>
              <a:gd name="connsiteY52" fmla="*/ 418624 h 2505075"/>
              <a:gd name="connsiteX53" fmla="*/ 159897 w 762000"/>
              <a:gd name="connsiteY53" fmla="*/ 360521 h 2505075"/>
              <a:gd name="connsiteX54" fmla="*/ 229429 w 762000"/>
              <a:gd name="connsiteY54" fmla="*/ 298609 h 2505075"/>
              <a:gd name="connsiteX55" fmla="*/ 231334 w 762000"/>
              <a:gd name="connsiteY55" fmla="*/ 299561 h 2505075"/>
              <a:gd name="connsiteX56" fmla="*/ 349444 w 762000"/>
              <a:gd name="connsiteY56" fmla="*/ 451961 h 2505075"/>
              <a:gd name="connsiteX57" fmla="*/ 314202 w 762000"/>
              <a:gd name="connsiteY57" fmla="*/ 411004 h 2505075"/>
              <a:gd name="connsiteX58" fmla="*/ 361827 w 762000"/>
              <a:gd name="connsiteY58" fmla="*/ 368141 h 2505075"/>
              <a:gd name="connsiteX59" fmla="*/ 364684 w 762000"/>
              <a:gd name="connsiteY59" fmla="*/ 368141 h 2505075"/>
              <a:gd name="connsiteX60" fmla="*/ 339919 w 762000"/>
              <a:gd name="connsiteY60" fmla="*/ 355759 h 2505075"/>
              <a:gd name="connsiteX61" fmla="*/ 274197 w 762000"/>
              <a:gd name="connsiteY61" fmla="*/ 327184 h 2505075"/>
              <a:gd name="connsiteX62" fmla="*/ 239907 w 762000"/>
              <a:gd name="connsiteY62" fmla="*/ 289084 h 2505075"/>
              <a:gd name="connsiteX63" fmla="*/ 217047 w 762000"/>
              <a:gd name="connsiteY63" fmla="*/ 226219 h 2505075"/>
              <a:gd name="connsiteX64" fmla="*/ 202759 w 762000"/>
              <a:gd name="connsiteY64" fmla="*/ 235744 h 2505075"/>
              <a:gd name="connsiteX65" fmla="*/ 176089 w 762000"/>
              <a:gd name="connsiteY65" fmla="*/ 170974 h 2505075"/>
              <a:gd name="connsiteX66" fmla="*/ 192282 w 762000"/>
              <a:gd name="connsiteY66" fmla="*/ 155734 h 2505075"/>
              <a:gd name="connsiteX67" fmla="*/ 311344 w 762000"/>
              <a:gd name="connsiteY67" fmla="*/ 7144 h 2505075"/>
              <a:gd name="connsiteX68" fmla="*/ 311344 w 762000"/>
              <a:gd name="connsiteY68" fmla="*/ 7144 h 2505075"/>
              <a:gd name="connsiteX69" fmla="*/ 443742 w 762000"/>
              <a:gd name="connsiteY69" fmla="*/ 137636 h 2505075"/>
              <a:gd name="connsiteX70" fmla="*/ 450409 w 762000"/>
              <a:gd name="connsiteY70" fmla="*/ 201454 h 2505075"/>
              <a:gd name="connsiteX71" fmla="*/ 431359 w 762000"/>
              <a:gd name="connsiteY71" fmla="*/ 216694 h 2505075"/>
              <a:gd name="connsiteX72" fmla="*/ 398974 w 762000"/>
              <a:gd name="connsiteY72" fmla="*/ 297656 h 2505075"/>
              <a:gd name="connsiteX73" fmla="*/ 395164 w 762000"/>
              <a:gd name="connsiteY73" fmla="*/ 322421 h 2505075"/>
              <a:gd name="connsiteX74" fmla="*/ 368494 w 762000"/>
              <a:gd name="connsiteY74" fmla="*/ 367189 h 2505075"/>
              <a:gd name="connsiteX75" fmla="*/ 412309 w 762000"/>
              <a:gd name="connsiteY75" fmla="*/ 416719 h 2505075"/>
              <a:gd name="connsiteX76" fmla="*/ 413262 w 762000"/>
              <a:gd name="connsiteY76" fmla="*/ 420529 h 2505075"/>
              <a:gd name="connsiteX77" fmla="*/ 396117 w 762000"/>
              <a:gd name="connsiteY77" fmla="*/ 419576 h 2505075"/>
              <a:gd name="connsiteX78" fmla="*/ 418977 w 762000"/>
              <a:gd name="connsiteY78" fmla="*/ 461486 h 2505075"/>
              <a:gd name="connsiteX79" fmla="*/ 412309 w 762000"/>
              <a:gd name="connsiteY79" fmla="*/ 420529 h 2505075"/>
              <a:gd name="connsiteX80" fmla="*/ 415167 w 762000"/>
              <a:gd name="connsiteY80" fmla="*/ 420529 h 2505075"/>
              <a:gd name="connsiteX81" fmla="*/ 411357 w 762000"/>
              <a:gd name="connsiteY81" fmla="*/ 416719 h 2505075"/>
              <a:gd name="connsiteX82" fmla="*/ 398974 w 762000"/>
              <a:gd name="connsiteY82" fmla="*/ 386239 h 2505075"/>
              <a:gd name="connsiteX83" fmla="*/ 397069 w 762000"/>
              <a:gd name="connsiteY83" fmla="*/ 330041 h 2505075"/>
              <a:gd name="connsiteX84" fmla="*/ 415167 w 762000"/>
              <a:gd name="connsiteY84" fmla="*/ 370046 h 2505075"/>
              <a:gd name="connsiteX85" fmla="*/ 554232 w 762000"/>
              <a:gd name="connsiteY85" fmla="*/ 411004 h 2505075"/>
              <a:gd name="connsiteX86" fmla="*/ 597094 w 762000"/>
              <a:gd name="connsiteY86" fmla="*/ 430054 h 2505075"/>
              <a:gd name="connsiteX87" fmla="*/ 619954 w 762000"/>
              <a:gd name="connsiteY87" fmla="*/ 500539 h 2505075"/>
              <a:gd name="connsiteX88" fmla="*/ 635194 w 762000"/>
              <a:gd name="connsiteY88" fmla="*/ 519589 h 2505075"/>
              <a:gd name="connsiteX89" fmla="*/ 634242 w 762000"/>
              <a:gd name="connsiteY89" fmla="*/ 549116 h 2505075"/>
              <a:gd name="connsiteX90" fmla="*/ 643767 w 762000"/>
              <a:gd name="connsiteY90" fmla="*/ 560546 h 2505075"/>
              <a:gd name="connsiteX91" fmla="*/ 640909 w 762000"/>
              <a:gd name="connsiteY91" fmla="*/ 572929 h 2505075"/>
              <a:gd name="connsiteX92" fmla="*/ 655197 w 762000"/>
              <a:gd name="connsiteY92" fmla="*/ 580549 h 2505075"/>
              <a:gd name="connsiteX93" fmla="*/ 654244 w 762000"/>
              <a:gd name="connsiteY93" fmla="*/ 604361 h 2505075"/>
              <a:gd name="connsiteX94" fmla="*/ 717109 w 762000"/>
              <a:gd name="connsiteY94" fmla="*/ 698659 h 2505075"/>
              <a:gd name="connsiteX95" fmla="*/ 743779 w 762000"/>
              <a:gd name="connsiteY95" fmla="*/ 713899 h 2505075"/>
              <a:gd name="connsiteX96" fmla="*/ 757114 w 762000"/>
              <a:gd name="connsiteY96" fmla="*/ 791051 h 2505075"/>
              <a:gd name="connsiteX97" fmla="*/ 678057 w 762000"/>
              <a:gd name="connsiteY97" fmla="*/ 867251 h 2505075"/>
              <a:gd name="connsiteX98" fmla="*/ 603762 w 762000"/>
              <a:gd name="connsiteY98" fmla="*/ 868204 h 2505075"/>
              <a:gd name="connsiteX99" fmla="*/ 584712 w 762000"/>
              <a:gd name="connsiteY99" fmla="*/ 856774 h 2505075"/>
              <a:gd name="connsiteX100" fmla="*/ 580902 w 762000"/>
              <a:gd name="connsiteY100" fmla="*/ 885349 h 2505075"/>
              <a:gd name="connsiteX101" fmla="*/ 586617 w 762000"/>
              <a:gd name="connsiteY101" fmla="*/ 952024 h 2505075"/>
              <a:gd name="connsiteX102" fmla="*/ 705679 w 762000"/>
              <a:gd name="connsiteY102" fmla="*/ 1323499 h 2505075"/>
              <a:gd name="connsiteX103" fmla="*/ 642814 w 762000"/>
              <a:gd name="connsiteY103" fmla="*/ 1355884 h 2505075"/>
              <a:gd name="connsiteX104" fmla="*/ 649482 w 762000"/>
              <a:gd name="connsiteY104" fmla="*/ 1510189 h 2505075"/>
              <a:gd name="connsiteX105" fmla="*/ 644719 w 762000"/>
              <a:gd name="connsiteY105" fmla="*/ 1656874 h 2505075"/>
              <a:gd name="connsiteX106" fmla="*/ 638052 w 762000"/>
              <a:gd name="connsiteY106" fmla="*/ 1755934 h 2505075"/>
              <a:gd name="connsiteX107" fmla="*/ 615192 w 762000"/>
              <a:gd name="connsiteY107" fmla="*/ 1834039 h 2505075"/>
              <a:gd name="connsiteX108" fmla="*/ 593284 w 762000"/>
              <a:gd name="connsiteY108" fmla="*/ 1860709 h 2505075"/>
              <a:gd name="connsiteX109" fmla="*/ 589474 w 762000"/>
              <a:gd name="connsiteY109" fmla="*/ 1916906 h 2505075"/>
              <a:gd name="connsiteX110" fmla="*/ 572329 w 762000"/>
              <a:gd name="connsiteY110" fmla="*/ 2073116 h 2505075"/>
              <a:gd name="connsiteX111" fmla="*/ 564709 w 762000"/>
              <a:gd name="connsiteY111" fmla="*/ 2166461 h 2505075"/>
              <a:gd name="connsiteX112" fmla="*/ 568519 w 762000"/>
              <a:gd name="connsiteY112" fmla="*/ 2235994 h 2505075"/>
              <a:gd name="connsiteX113" fmla="*/ 581854 w 762000"/>
              <a:gd name="connsiteY113" fmla="*/ 2270284 h 2505075"/>
              <a:gd name="connsiteX114" fmla="*/ 574234 w 762000"/>
              <a:gd name="connsiteY114" fmla="*/ 2315051 h 2505075"/>
              <a:gd name="connsiteX115" fmla="*/ 741874 w 762000"/>
              <a:gd name="connsiteY115" fmla="*/ 2441734 h 2505075"/>
              <a:gd name="connsiteX116" fmla="*/ 747589 w 762000"/>
              <a:gd name="connsiteY116" fmla="*/ 2494121 h 2505075"/>
              <a:gd name="connsiteX117" fmla="*/ 326584 w 762000"/>
              <a:gd name="connsiteY117" fmla="*/ 2465546 h 2505075"/>
              <a:gd name="connsiteX118" fmla="*/ 220857 w 762000"/>
              <a:gd name="connsiteY118" fmla="*/ 2502694 h 2505075"/>
              <a:gd name="connsiteX119" fmla="*/ 116082 w 762000"/>
              <a:gd name="connsiteY119" fmla="*/ 2429351 h 2505075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391830 w 750073"/>
              <a:gd name="connsiteY72" fmla="*/ 290512 h 2498461"/>
              <a:gd name="connsiteX73" fmla="*/ 388020 w 750073"/>
              <a:gd name="connsiteY73" fmla="*/ 315277 h 2498461"/>
              <a:gd name="connsiteX74" fmla="*/ 361350 w 750073"/>
              <a:gd name="connsiteY74" fmla="*/ 360045 h 2498461"/>
              <a:gd name="connsiteX75" fmla="*/ 405165 w 750073"/>
              <a:gd name="connsiteY75" fmla="*/ 409575 h 2498461"/>
              <a:gd name="connsiteX76" fmla="*/ 406118 w 750073"/>
              <a:gd name="connsiteY76" fmla="*/ 413385 h 2498461"/>
              <a:gd name="connsiteX77" fmla="*/ 388973 w 750073"/>
              <a:gd name="connsiteY77" fmla="*/ 412432 h 2498461"/>
              <a:gd name="connsiteX78" fmla="*/ 411833 w 750073"/>
              <a:gd name="connsiteY78" fmla="*/ 454342 h 2498461"/>
              <a:gd name="connsiteX79" fmla="*/ 405165 w 750073"/>
              <a:gd name="connsiteY79" fmla="*/ 413385 h 2498461"/>
              <a:gd name="connsiteX80" fmla="*/ 408023 w 750073"/>
              <a:gd name="connsiteY80" fmla="*/ 413385 h 2498461"/>
              <a:gd name="connsiteX81" fmla="*/ 404213 w 750073"/>
              <a:gd name="connsiteY81" fmla="*/ 409575 h 2498461"/>
              <a:gd name="connsiteX82" fmla="*/ 391830 w 750073"/>
              <a:gd name="connsiteY82" fmla="*/ 379095 h 2498461"/>
              <a:gd name="connsiteX83" fmla="*/ 408023 w 750073"/>
              <a:gd name="connsiteY83" fmla="*/ 362902 h 2498461"/>
              <a:gd name="connsiteX84" fmla="*/ 547088 w 750073"/>
              <a:gd name="connsiteY84" fmla="*/ 403860 h 2498461"/>
              <a:gd name="connsiteX85" fmla="*/ 589950 w 750073"/>
              <a:gd name="connsiteY85" fmla="*/ 422910 h 2498461"/>
              <a:gd name="connsiteX86" fmla="*/ 612810 w 750073"/>
              <a:gd name="connsiteY86" fmla="*/ 493395 h 2498461"/>
              <a:gd name="connsiteX87" fmla="*/ 628050 w 750073"/>
              <a:gd name="connsiteY87" fmla="*/ 512445 h 2498461"/>
              <a:gd name="connsiteX88" fmla="*/ 627098 w 750073"/>
              <a:gd name="connsiteY88" fmla="*/ 541972 h 2498461"/>
              <a:gd name="connsiteX89" fmla="*/ 636623 w 750073"/>
              <a:gd name="connsiteY89" fmla="*/ 553402 h 2498461"/>
              <a:gd name="connsiteX90" fmla="*/ 633765 w 750073"/>
              <a:gd name="connsiteY90" fmla="*/ 565785 h 2498461"/>
              <a:gd name="connsiteX91" fmla="*/ 648053 w 750073"/>
              <a:gd name="connsiteY91" fmla="*/ 573405 h 2498461"/>
              <a:gd name="connsiteX92" fmla="*/ 647100 w 750073"/>
              <a:gd name="connsiteY92" fmla="*/ 597217 h 2498461"/>
              <a:gd name="connsiteX93" fmla="*/ 709965 w 750073"/>
              <a:gd name="connsiteY93" fmla="*/ 691515 h 2498461"/>
              <a:gd name="connsiteX94" fmla="*/ 736635 w 750073"/>
              <a:gd name="connsiteY94" fmla="*/ 706755 h 2498461"/>
              <a:gd name="connsiteX95" fmla="*/ 749970 w 750073"/>
              <a:gd name="connsiteY95" fmla="*/ 783907 h 2498461"/>
              <a:gd name="connsiteX96" fmla="*/ 670913 w 750073"/>
              <a:gd name="connsiteY96" fmla="*/ 860107 h 2498461"/>
              <a:gd name="connsiteX97" fmla="*/ 596618 w 750073"/>
              <a:gd name="connsiteY97" fmla="*/ 861060 h 2498461"/>
              <a:gd name="connsiteX98" fmla="*/ 577568 w 750073"/>
              <a:gd name="connsiteY98" fmla="*/ 849630 h 2498461"/>
              <a:gd name="connsiteX99" fmla="*/ 573758 w 750073"/>
              <a:gd name="connsiteY99" fmla="*/ 878205 h 2498461"/>
              <a:gd name="connsiteX100" fmla="*/ 579473 w 750073"/>
              <a:gd name="connsiteY100" fmla="*/ 944880 h 2498461"/>
              <a:gd name="connsiteX101" fmla="*/ 698535 w 750073"/>
              <a:gd name="connsiteY101" fmla="*/ 1316355 h 2498461"/>
              <a:gd name="connsiteX102" fmla="*/ 635670 w 750073"/>
              <a:gd name="connsiteY102" fmla="*/ 1348740 h 2498461"/>
              <a:gd name="connsiteX103" fmla="*/ 642338 w 750073"/>
              <a:gd name="connsiteY103" fmla="*/ 1503045 h 2498461"/>
              <a:gd name="connsiteX104" fmla="*/ 637575 w 750073"/>
              <a:gd name="connsiteY104" fmla="*/ 1649730 h 2498461"/>
              <a:gd name="connsiteX105" fmla="*/ 630908 w 750073"/>
              <a:gd name="connsiteY105" fmla="*/ 1748790 h 2498461"/>
              <a:gd name="connsiteX106" fmla="*/ 608048 w 750073"/>
              <a:gd name="connsiteY106" fmla="*/ 1826895 h 2498461"/>
              <a:gd name="connsiteX107" fmla="*/ 586140 w 750073"/>
              <a:gd name="connsiteY107" fmla="*/ 1853565 h 2498461"/>
              <a:gd name="connsiteX108" fmla="*/ 582330 w 750073"/>
              <a:gd name="connsiteY108" fmla="*/ 1909762 h 2498461"/>
              <a:gd name="connsiteX109" fmla="*/ 565185 w 750073"/>
              <a:gd name="connsiteY109" fmla="*/ 2065972 h 2498461"/>
              <a:gd name="connsiteX110" fmla="*/ 557565 w 750073"/>
              <a:gd name="connsiteY110" fmla="*/ 2159317 h 2498461"/>
              <a:gd name="connsiteX111" fmla="*/ 561375 w 750073"/>
              <a:gd name="connsiteY111" fmla="*/ 2228850 h 2498461"/>
              <a:gd name="connsiteX112" fmla="*/ 574710 w 750073"/>
              <a:gd name="connsiteY112" fmla="*/ 2263140 h 2498461"/>
              <a:gd name="connsiteX113" fmla="*/ 567090 w 750073"/>
              <a:gd name="connsiteY113" fmla="*/ 2307907 h 2498461"/>
              <a:gd name="connsiteX114" fmla="*/ 734730 w 750073"/>
              <a:gd name="connsiteY114" fmla="*/ 2434590 h 2498461"/>
              <a:gd name="connsiteX115" fmla="*/ 740445 w 750073"/>
              <a:gd name="connsiteY115" fmla="*/ 2486977 h 2498461"/>
              <a:gd name="connsiteX116" fmla="*/ 319440 w 750073"/>
              <a:gd name="connsiteY116" fmla="*/ 2458402 h 2498461"/>
              <a:gd name="connsiteX117" fmla="*/ 213713 w 750073"/>
              <a:gd name="connsiteY117" fmla="*/ 2495550 h 2498461"/>
              <a:gd name="connsiteX118" fmla="*/ 108938 w 750073"/>
              <a:gd name="connsiteY118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391830 w 750073"/>
              <a:gd name="connsiteY72" fmla="*/ 2905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408023 w 750073"/>
              <a:gd name="connsiteY79" fmla="*/ 413385 h 2498461"/>
              <a:gd name="connsiteX80" fmla="*/ 404213 w 750073"/>
              <a:gd name="connsiteY80" fmla="*/ 409575 h 2498461"/>
              <a:gd name="connsiteX81" fmla="*/ 391830 w 750073"/>
              <a:gd name="connsiteY81" fmla="*/ 379095 h 2498461"/>
              <a:gd name="connsiteX82" fmla="*/ 408023 w 750073"/>
              <a:gd name="connsiteY82" fmla="*/ 362902 h 2498461"/>
              <a:gd name="connsiteX83" fmla="*/ 547088 w 750073"/>
              <a:gd name="connsiteY83" fmla="*/ 403860 h 2498461"/>
              <a:gd name="connsiteX84" fmla="*/ 589950 w 750073"/>
              <a:gd name="connsiteY84" fmla="*/ 422910 h 2498461"/>
              <a:gd name="connsiteX85" fmla="*/ 612810 w 750073"/>
              <a:gd name="connsiteY85" fmla="*/ 493395 h 2498461"/>
              <a:gd name="connsiteX86" fmla="*/ 628050 w 750073"/>
              <a:gd name="connsiteY86" fmla="*/ 512445 h 2498461"/>
              <a:gd name="connsiteX87" fmla="*/ 627098 w 750073"/>
              <a:gd name="connsiteY87" fmla="*/ 541972 h 2498461"/>
              <a:gd name="connsiteX88" fmla="*/ 636623 w 750073"/>
              <a:gd name="connsiteY88" fmla="*/ 553402 h 2498461"/>
              <a:gd name="connsiteX89" fmla="*/ 633765 w 750073"/>
              <a:gd name="connsiteY89" fmla="*/ 565785 h 2498461"/>
              <a:gd name="connsiteX90" fmla="*/ 648053 w 750073"/>
              <a:gd name="connsiteY90" fmla="*/ 573405 h 2498461"/>
              <a:gd name="connsiteX91" fmla="*/ 647100 w 750073"/>
              <a:gd name="connsiteY91" fmla="*/ 597217 h 2498461"/>
              <a:gd name="connsiteX92" fmla="*/ 709965 w 750073"/>
              <a:gd name="connsiteY92" fmla="*/ 691515 h 2498461"/>
              <a:gd name="connsiteX93" fmla="*/ 736635 w 750073"/>
              <a:gd name="connsiteY93" fmla="*/ 706755 h 2498461"/>
              <a:gd name="connsiteX94" fmla="*/ 749970 w 750073"/>
              <a:gd name="connsiteY94" fmla="*/ 783907 h 2498461"/>
              <a:gd name="connsiteX95" fmla="*/ 670913 w 750073"/>
              <a:gd name="connsiteY95" fmla="*/ 860107 h 2498461"/>
              <a:gd name="connsiteX96" fmla="*/ 596618 w 750073"/>
              <a:gd name="connsiteY96" fmla="*/ 861060 h 2498461"/>
              <a:gd name="connsiteX97" fmla="*/ 577568 w 750073"/>
              <a:gd name="connsiteY97" fmla="*/ 849630 h 2498461"/>
              <a:gd name="connsiteX98" fmla="*/ 573758 w 750073"/>
              <a:gd name="connsiteY98" fmla="*/ 878205 h 2498461"/>
              <a:gd name="connsiteX99" fmla="*/ 579473 w 750073"/>
              <a:gd name="connsiteY99" fmla="*/ 944880 h 2498461"/>
              <a:gd name="connsiteX100" fmla="*/ 698535 w 750073"/>
              <a:gd name="connsiteY100" fmla="*/ 1316355 h 2498461"/>
              <a:gd name="connsiteX101" fmla="*/ 635670 w 750073"/>
              <a:gd name="connsiteY101" fmla="*/ 1348740 h 2498461"/>
              <a:gd name="connsiteX102" fmla="*/ 642338 w 750073"/>
              <a:gd name="connsiteY102" fmla="*/ 1503045 h 2498461"/>
              <a:gd name="connsiteX103" fmla="*/ 637575 w 750073"/>
              <a:gd name="connsiteY103" fmla="*/ 1649730 h 2498461"/>
              <a:gd name="connsiteX104" fmla="*/ 630908 w 750073"/>
              <a:gd name="connsiteY104" fmla="*/ 1748790 h 2498461"/>
              <a:gd name="connsiteX105" fmla="*/ 608048 w 750073"/>
              <a:gd name="connsiteY105" fmla="*/ 1826895 h 2498461"/>
              <a:gd name="connsiteX106" fmla="*/ 586140 w 750073"/>
              <a:gd name="connsiteY106" fmla="*/ 1853565 h 2498461"/>
              <a:gd name="connsiteX107" fmla="*/ 582330 w 750073"/>
              <a:gd name="connsiteY107" fmla="*/ 1909762 h 2498461"/>
              <a:gd name="connsiteX108" fmla="*/ 565185 w 750073"/>
              <a:gd name="connsiteY108" fmla="*/ 2065972 h 2498461"/>
              <a:gd name="connsiteX109" fmla="*/ 557565 w 750073"/>
              <a:gd name="connsiteY109" fmla="*/ 2159317 h 2498461"/>
              <a:gd name="connsiteX110" fmla="*/ 561375 w 750073"/>
              <a:gd name="connsiteY110" fmla="*/ 2228850 h 2498461"/>
              <a:gd name="connsiteX111" fmla="*/ 574710 w 750073"/>
              <a:gd name="connsiteY111" fmla="*/ 2263140 h 2498461"/>
              <a:gd name="connsiteX112" fmla="*/ 567090 w 750073"/>
              <a:gd name="connsiteY112" fmla="*/ 2307907 h 2498461"/>
              <a:gd name="connsiteX113" fmla="*/ 734730 w 750073"/>
              <a:gd name="connsiteY113" fmla="*/ 2434590 h 2498461"/>
              <a:gd name="connsiteX114" fmla="*/ 740445 w 750073"/>
              <a:gd name="connsiteY114" fmla="*/ 2486977 h 2498461"/>
              <a:gd name="connsiteX115" fmla="*/ 319440 w 750073"/>
              <a:gd name="connsiteY115" fmla="*/ 2458402 h 2498461"/>
              <a:gd name="connsiteX116" fmla="*/ 213713 w 750073"/>
              <a:gd name="connsiteY116" fmla="*/ 2495550 h 2498461"/>
              <a:gd name="connsiteX117" fmla="*/ 108938 w 750073"/>
              <a:gd name="connsiteY117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408023 w 750073"/>
              <a:gd name="connsiteY79" fmla="*/ 413385 h 2498461"/>
              <a:gd name="connsiteX80" fmla="*/ 404213 w 750073"/>
              <a:gd name="connsiteY80" fmla="*/ 409575 h 2498461"/>
              <a:gd name="connsiteX81" fmla="*/ 391830 w 750073"/>
              <a:gd name="connsiteY81" fmla="*/ 379095 h 2498461"/>
              <a:gd name="connsiteX82" fmla="*/ 408023 w 750073"/>
              <a:gd name="connsiteY82" fmla="*/ 362902 h 2498461"/>
              <a:gd name="connsiteX83" fmla="*/ 547088 w 750073"/>
              <a:gd name="connsiteY83" fmla="*/ 403860 h 2498461"/>
              <a:gd name="connsiteX84" fmla="*/ 589950 w 750073"/>
              <a:gd name="connsiteY84" fmla="*/ 422910 h 2498461"/>
              <a:gd name="connsiteX85" fmla="*/ 612810 w 750073"/>
              <a:gd name="connsiteY85" fmla="*/ 493395 h 2498461"/>
              <a:gd name="connsiteX86" fmla="*/ 628050 w 750073"/>
              <a:gd name="connsiteY86" fmla="*/ 512445 h 2498461"/>
              <a:gd name="connsiteX87" fmla="*/ 627098 w 750073"/>
              <a:gd name="connsiteY87" fmla="*/ 541972 h 2498461"/>
              <a:gd name="connsiteX88" fmla="*/ 636623 w 750073"/>
              <a:gd name="connsiteY88" fmla="*/ 553402 h 2498461"/>
              <a:gd name="connsiteX89" fmla="*/ 633765 w 750073"/>
              <a:gd name="connsiteY89" fmla="*/ 565785 h 2498461"/>
              <a:gd name="connsiteX90" fmla="*/ 648053 w 750073"/>
              <a:gd name="connsiteY90" fmla="*/ 573405 h 2498461"/>
              <a:gd name="connsiteX91" fmla="*/ 647100 w 750073"/>
              <a:gd name="connsiteY91" fmla="*/ 597217 h 2498461"/>
              <a:gd name="connsiteX92" fmla="*/ 709965 w 750073"/>
              <a:gd name="connsiteY92" fmla="*/ 691515 h 2498461"/>
              <a:gd name="connsiteX93" fmla="*/ 736635 w 750073"/>
              <a:gd name="connsiteY93" fmla="*/ 706755 h 2498461"/>
              <a:gd name="connsiteX94" fmla="*/ 749970 w 750073"/>
              <a:gd name="connsiteY94" fmla="*/ 783907 h 2498461"/>
              <a:gd name="connsiteX95" fmla="*/ 670913 w 750073"/>
              <a:gd name="connsiteY95" fmla="*/ 860107 h 2498461"/>
              <a:gd name="connsiteX96" fmla="*/ 596618 w 750073"/>
              <a:gd name="connsiteY96" fmla="*/ 861060 h 2498461"/>
              <a:gd name="connsiteX97" fmla="*/ 577568 w 750073"/>
              <a:gd name="connsiteY97" fmla="*/ 849630 h 2498461"/>
              <a:gd name="connsiteX98" fmla="*/ 573758 w 750073"/>
              <a:gd name="connsiteY98" fmla="*/ 878205 h 2498461"/>
              <a:gd name="connsiteX99" fmla="*/ 579473 w 750073"/>
              <a:gd name="connsiteY99" fmla="*/ 944880 h 2498461"/>
              <a:gd name="connsiteX100" fmla="*/ 698535 w 750073"/>
              <a:gd name="connsiteY100" fmla="*/ 1316355 h 2498461"/>
              <a:gd name="connsiteX101" fmla="*/ 635670 w 750073"/>
              <a:gd name="connsiteY101" fmla="*/ 1348740 h 2498461"/>
              <a:gd name="connsiteX102" fmla="*/ 642338 w 750073"/>
              <a:gd name="connsiteY102" fmla="*/ 1503045 h 2498461"/>
              <a:gd name="connsiteX103" fmla="*/ 637575 w 750073"/>
              <a:gd name="connsiteY103" fmla="*/ 1649730 h 2498461"/>
              <a:gd name="connsiteX104" fmla="*/ 630908 w 750073"/>
              <a:gd name="connsiteY104" fmla="*/ 1748790 h 2498461"/>
              <a:gd name="connsiteX105" fmla="*/ 608048 w 750073"/>
              <a:gd name="connsiteY105" fmla="*/ 1826895 h 2498461"/>
              <a:gd name="connsiteX106" fmla="*/ 586140 w 750073"/>
              <a:gd name="connsiteY106" fmla="*/ 1853565 h 2498461"/>
              <a:gd name="connsiteX107" fmla="*/ 582330 w 750073"/>
              <a:gd name="connsiteY107" fmla="*/ 1909762 h 2498461"/>
              <a:gd name="connsiteX108" fmla="*/ 565185 w 750073"/>
              <a:gd name="connsiteY108" fmla="*/ 2065972 h 2498461"/>
              <a:gd name="connsiteX109" fmla="*/ 557565 w 750073"/>
              <a:gd name="connsiteY109" fmla="*/ 2159317 h 2498461"/>
              <a:gd name="connsiteX110" fmla="*/ 561375 w 750073"/>
              <a:gd name="connsiteY110" fmla="*/ 2228850 h 2498461"/>
              <a:gd name="connsiteX111" fmla="*/ 574710 w 750073"/>
              <a:gd name="connsiteY111" fmla="*/ 2263140 h 2498461"/>
              <a:gd name="connsiteX112" fmla="*/ 567090 w 750073"/>
              <a:gd name="connsiteY112" fmla="*/ 2307907 h 2498461"/>
              <a:gd name="connsiteX113" fmla="*/ 734730 w 750073"/>
              <a:gd name="connsiteY113" fmla="*/ 2434590 h 2498461"/>
              <a:gd name="connsiteX114" fmla="*/ 740445 w 750073"/>
              <a:gd name="connsiteY114" fmla="*/ 2486977 h 2498461"/>
              <a:gd name="connsiteX115" fmla="*/ 319440 w 750073"/>
              <a:gd name="connsiteY115" fmla="*/ 2458402 h 2498461"/>
              <a:gd name="connsiteX116" fmla="*/ 213713 w 750073"/>
              <a:gd name="connsiteY116" fmla="*/ 2495550 h 2498461"/>
              <a:gd name="connsiteX117" fmla="*/ 108938 w 750073"/>
              <a:gd name="connsiteY117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408023 w 750073"/>
              <a:gd name="connsiteY79" fmla="*/ 413385 h 2498461"/>
              <a:gd name="connsiteX80" fmla="*/ 404213 w 750073"/>
              <a:gd name="connsiteY80" fmla="*/ 409575 h 2498461"/>
              <a:gd name="connsiteX81" fmla="*/ 391830 w 750073"/>
              <a:gd name="connsiteY81" fmla="*/ 379095 h 2498461"/>
              <a:gd name="connsiteX82" fmla="*/ 375198 w 750073"/>
              <a:gd name="connsiteY82" fmla="*/ 347752 h 2498461"/>
              <a:gd name="connsiteX83" fmla="*/ 547088 w 750073"/>
              <a:gd name="connsiteY83" fmla="*/ 403860 h 2498461"/>
              <a:gd name="connsiteX84" fmla="*/ 589950 w 750073"/>
              <a:gd name="connsiteY84" fmla="*/ 422910 h 2498461"/>
              <a:gd name="connsiteX85" fmla="*/ 612810 w 750073"/>
              <a:gd name="connsiteY85" fmla="*/ 493395 h 2498461"/>
              <a:gd name="connsiteX86" fmla="*/ 628050 w 750073"/>
              <a:gd name="connsiteY86" fmla="*/ 512445 h 2498461"/>
              <a:gd name="connsiteX87" fmla="*/ 627098 w 750073"/>
              <a:gd name="connsiteY87" fmla="*/ 541972 h 2498461"/>
              <a:gd name="connsiteX88" fmla="*/ 636623 w 750073"/>
              <a:gd name="connsiteY88" fmla="*/ 553402 h 2498461"/>
              <a:gd name="connsiteX89" fmla="*/ 633765 w 750073"/>
              <a:gd name="connsiteY89" fmla="*/ 565785 h 2498461"/>
              <a:gd name="connsiteX90" fmla="*/ 648053 w 750073"/>
              <a:gd name="connsiteY90" fmla="*/ 573405 h 2498461"/>
              <a:gd name="connsiteX91" fmla="*/ 647100 w 750073"/>
              <a:gd name="connsiteY91" fmla="*/ 597217 h 2498461"/>
              <a:gd name="connsiteX92" fmla="*/ 709965 w 750073"/>
              <a:gd name="connsiteY92" fmla="*/ 691515 h 2498461"/>
              <a:gd name="connsiteX93" fmla="*/ 736635 w 750073"/>
              <a:gd name="connsiteY93" fmla="*/ 706755 h 2498461"/>
              <a:gd name="connsiteX94" fmla="*/ 749970 w 750073"/>
              <a:gd name="connsiteY94" fmla="*/ 783907 h 2498461"/>
              <a:gd name="connsiteX95" fmla="*/ 670913 w 750073"/>
              <a:gd name="connsiteY95" fmla="*/ 860107 h 2498461"/>
              <a:gd name="connsiteX96" fmla="*/ 596618 w 750073"/>
              <a:gd name="connsiteY96" fmla="*/ 861060 h 2498461"/>
              <a:gd name="connsiteX97" fmla="*/ 577568 w 750073"/>
              <a:gd name="connsiteY97" fmla="*/ 849630 h 2498461"/>
              <a:gd name="connsiteX98" fmla="*/ 573758 w 750073"/>
              <a:gd name="connsiteY98" fmla="*/ 878205 h 2498461"/>
              <a:gd name="connsiteX99" fmla="*/ 579473 w 750073"/>
              <a:gd name="connsiteY99" fmla="*/ 944880 h 2498461"/>
              <a:gd name="connsiteX100" fmla="*/ 698535 w 750073"/>
              <a:gd name="connsiteY100" fmla="*/ 1316355 h 2498461"/>
              <a:gd name="connsiteX101" fmla="*/ 635670 w 750073"/>
              <a:gd name="connsiteY101" fmla="*/ 1348740 h 2498461"/>
              <a:gd name="connsiteX102" fmla="*/ 642338 w 750073"/>
              <a:gd name="connsiteY102" fmla="*/ 1503045 h 2498461"/>
              <a:gd name="connsiteX103" fmla="*/ 637575 w 750073"/>
              <a:gd name="connsiteY103" fmla="*/ 1649730 h 2498461"/>
              <a:gd name="connsiteX104" fmla="*/ 630908 w 750073"/>
              <a:gd name="connsiteY104" fmla="*/ 1748790 h 2498461"/>
              <a:gd name="connsiteX105" fmla="*/ 608048 w 750073"/>
              <a:gd name="connsiteY105" fmla="*/ 1826895 h 2498461"/>
              <a:gd name="connsiteX106" fmla="*/ 586140 w 750073"/>
              <a:gd name="connsiteY106" fmla="*/ 1853565 h 2498461"/>
              <a:gd name="connsiteX107" fmla="*/ 582330 w 750073"/>
              <a:gd name="connsiteY107" fmla="*/ 1909762 h 2498461"/>
              <a:gd name="connsiteX108" fmla="*/ 565185 w 750073"/>
              <a:gd name="connsiteY108" fmla="*/ 2065972 h 2498461"/>
              <a:gd name="connsiteX109" fmla="*/ 557565 w 750073"/>
              <a:gd name="connsiteY109" fmla="*/ 2159317 h 2498461"/>
              <a:gd name="connsiteX110" fmla="*/ 561375 w 750073"/>
              <a:gd name="connsiteY110" fmla="*/ 2228850 h 2498461"/>
              <a:gd name="connsiteX111" fmla="*/ 574710 w 750073"/>
              <a:gd name="connsiteY111" fmla="*/ 2263140 h 2498461"/>
              <a:gd name="connsiteX112" fmla="*/ 567090 w 750073"/>
              <a:gd name="connsiteY112" fmla="*/ 2307907 h 2498461"/>
              <a:gd name="connsiteX113" fmla="*/ 734730 w 750073"/>
              <a:gd name="connsiteY113" fmla="*/ 2434590 h 2498461"/>
              <a:gd name="connsiteX114" fmla="*/ 740445 w 750073"/>
              <a:gd name="connsiteY114" fmla="*/ 2486977 h 2498461"/>
              <a:gd name="connsiteX115" fmla="*/ 319440 w 750073"/>
              <a:gd name="connsiteY115" fmla="*/ 2458402 h 2498461"/>
              <a:gd name="connsiteX116" fmla="*/ 213713 w 750073"/>
              <a:gd name="connsiteY116" fmla="*/ 2495550 h 2498461"/>
              <a:gd name="connsiteX117" fmla="*/ 108938 w 750073"/>
              <a:gd name="connsiteY117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408023 w 750073"/>
              <a:gd name="connsiteY79" fmla="*/ 413385 h 2498461"/>
              <a:gd name="connsiteX80" fmla="*/ 404213 w 750073"/>
              <a:gd name="connsiteY80" fmla="*/ 409575 h 2498461"/>
              <a:gd name="connsiteX81" fmla="*/ 391830 w 750073"/>
              <a:gd name="connsiteY81" fmla="*/ 379095 h 2498461"/>
              <a:gd name="connsiteX82" fmla="*/ 380247 w 750073"/>
              <a:gd name="connsiteY82" fmla="*/ 370478 h 2498461"/>
              <a:gd name="connsiteX83" fmla="*/ 547088 w 750073"/>
              <a:gd name="connsiteY83" fmla="*/ 403860 h 2498461"/>
              <a:gd name="connsiteX84" fmla="*/ 589950 w 750073"/>
              <a:gd name="connsiteY84" fmla="*/ 422910 h 2498461"/>
              <a:gd name="connsiteX85" fmla="*/ 612810 w 750073"/>
              <a:gd name="connsiteY85" fmla="*/ 493395 h 2498461"/>
              <a:gd name="connsiteX86" fmla="*/ 628050 w 750073"/>
              <a:gd name="connsiteY86" fmla="*/ 512445 h 2498461"/>
              <a:gd name="connsiteX87" fmla="*/ 627098 w 750073"/>
              <a:gd name="connsiteY87" fmla="*/ 541972 h 2498461"/>
              <a:gd name="connsiteX88" fmla="*/ 636623 w 750073"/>
              <a:gd name="connsiteY88" fmla="*/ 553402 h 2498461"/>
              <a:gd name="connsiteX89" fmla="*/ 633765 w 750073"/>
              <a:gd name="connsiteY89" fmla="*/ 565785 h 2498461"/>
              <a:gd name="connsiteX90" fmla="*/ 648053 w 750073"/>
              <a:gd name="connsiteY90" fmla="*/ 573405 h 2498461"/>
              <a:gd name="connsiteX91" fmla="*/ 647100 w 750073"/>
              <a:gd name="connsiteY91" fmla="*/ 597217 h 2498461"/>
              <a:gd name="connsiteX92" fmla="*/ 709965 w 750073"/>
              <a:gd name="connsiteY92" fmla="*/ 691515 h 2498461"/>
              <a:gd name="connsiteX93" fmla="*/ 736635 w 750073"/>
              <a:gd name="connsiteY93" fmla="*/ 706755 h 2498461"/>
              <a:gd name="connsiteX94" fmla="*/ 749970 w 750073"/>
              <a:gd name="connsiteY94" fmla="*/ 783907 h 2498461"/>
              <a:gd name="connsiteX95" fmla="*/ 670913 w 750073"/>
              <a:gd name="connsiteY95" fmla="*/ 860107 h 2498461"/>
              <a:gd name="connsiteX96" fmla="*/ 596618 w 750073"/>
              <a:gd name="connsiteY96" fmla="*/ 861060 h 2498461"/>
              <a:gd name="connsiteX97" fmla="*/ 577568 w 750073"/>
              <a:gd name="connsiteY97" fmla="*/ 849630 h 2498461"/>
              <a:gd name="connsiteX98" fmla="*/ 573758 w 750073"/>
              <a:gd name="connsiteY98" fmla="*/ 878205 h 2498461"/>
              <a:gd name="connsiteX99" fmla="*/ 579473 w 750073"/>
              <a:gd name="connsiteY99" fmla="*/ 944880 h 2498461"/>
              <a:gd name="connsiteX100" fmla="*/ 698535 w 750073"/>
              <a:gd name="connsiteY100" fmla="*/ 1316355 h 2498461"/>
              <a:gd name="connsiteX101" fmla="*/ 635670 w 750073"/>
              <a:gd name="connsiteY101" fmla="*/ 1348740 h 2498461"/>
              <a:gd name="connsiteX102" fmla="*/ 642338 w 750073"/>
              <a:gd name="connsiteY102" fmla="*/ 1503045 h 2498461"/>
              <a:gd name="connsiteX103" fmla="*/ 637575 w 750073"/>
              <a:gd name="connsiteY103" fmla="*/ 1649730 h 2498461"/>
              <a:gd name="connsiteX104" fmla="*/ 630908 w 750073"/>
              <a:gd name="connsiteY104" fmla="*/ 1748790 h 2498461"/>
              <a:gd name="connsiteX105" fmla="*/ 608048 w 750073"/>
              <a:gd name="connsiteY105" fmla="*/ 1826895 h 2498461"/>
              <a:gd name="connsiteX106" fmla="*/ 586140 w 750073"/>
              <a:gd name="connsiteY106" fmla="*/ 1853565 h 2498461"/>
              <a:gd name="connsiteX107" fmla="*/ 582330 w 750073"/>
              <a:gd name="connsiteY107" fmla="*/ 1909762 h 2498461"/>
              <a:gd name="connsiteX108" fmla="*/ 565185 w 750073"/>
              <a:gd name="connsiteY108" fmla="*/ 2065972 h 2498461"/>
              <a:gd name="connsiteX109" fmla="*/ 557565 w 750073"/>
              <a:gd name="connsiteY109" fmla="*/ 2159317 h 2498461"/>
              <a:gd name="connsiteX110" fmla="*/ 561375 w 750073"/>
              <a:gd name="connsiteY110" fmla="*/ 2228850 h 2498461"/>
              <a:gd name="connsiteX111" fmla="*/ 574710 w 750073"/>
              <a:gd name="connsiteY111" fmla="*/ 2263140 h 2498461"/>
              <a:gd name="connsiteX112" fmla="*/ 567090 w 750073"/>
              <a:gd name="connsiteY112" fmla="*/ 2307907 h 2498461"/>
              <a:gd name="connsiteX113" fmla="*/ 734730 w 750073"/>
              <a:gd name="connsiteY113" fmla="*/ 2434590 h 2498461"/>
              <a:gd name="connsiteX114" fmla="*/ 740445 w 750073"/>
              <a:gd name="connsiteY114" fmla="*/ 2486977 h 2498461"/>
              <a:gd name="connsiteX115" fmla="*/ 319440 w 750073"/>
              <a:gd name="connsiteY115" fmla="*/ 2458402 h 2498461"/>
              <a:gd name="connsiteX116" fmla="*/ 213713 w 750073"/>
              <a:gd name="connsiteY116" fmla="*/ 2495550 h 2498461"/>
              <a:gd name="connsiteX117" fmla="*/ 108938 w 750073"/>
              <a:gd name="connsiteY117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408023 w 750073"/>
              <a:gd name="connsiteY79" fmla="*/ 413385 h 2498461"/>
              <a:gd name="connsiteX80" fmla="*/ 391830 w 750073"/>
              <a:gd name="connsiteY80" fmla="*/ 379095 h 2498461"/>
              <a:gd name="connsiteX81" fmla="*/ 380247 w 750073"/>
              <a:gd name="connsiteY81" fmla="*/ 370478 h 2498461"/>
              <a:gd name="connsiteX82" fmla="*/ 547088 w 750073"/>
              <a:gd name="connsiteY82" fmla="*/ 403860 h 2498461"/>
              <a:gd name="connsiteX83" fmla="*/ 589950 w 750073"/>
              <a:gd name="connsiteY83" fmla="*/ 422910 h 2498461"/>
              <a:gd name="connsiteX84" fmla="*/ 612810 w 750073"/>
              <a:gd name="connsiteY84" fmla="*/ 493395 h 2498461"/>
              <a:gd name="connsiteX85" fmla="*/ 628050 w 750073"/>
              <a:gd name="connsiteY85" fmla="*/ 512445 h 2498461"/>
              <a:gd name="connsiteX86" fmla="*/ 627098 w 750073"/>
              <a:gd name="connsiteY86" fmla="*/ 541972 h 2498461"/>
              <a:gd name="connsiteX87" fmla="*/ 636623 w 750073"/>
              <a:gd name="connsiteY87" fmla="*/ 553402 h 2498461"/>
              <a:gd name="connsiteX88" fmla="*/ 633765 w 750073"/>
              <a:gd name="connsiteY88" fmla="*/ 565785 h 2498461"/>
              <a:gd name="connsiteX89" fmla="*/ 648053 w 750073"/>
              <a:gd name="connsiteY89" fmla="*/ 573405 h 2498461"/>
              <a:gd name="connsiteX90" fmla="*/ 647100 w 750073"/>
              <a:gd name="connsiteY90" fmla="*/ 597217 h 2498461"/>
              <a:gd name="connsiteX91" fmla="*/ 709965 w 750073"/>
              <a:gd name="connsiteY91" fmla="*/ 691515 h 2498461"/>
              <a:gd name="connsiteX92" fmla="*/ 736635 w 750073"/>
              <a:gd name="connsiteY92" fmla="*/ 706755 h 2498461"/>
              <a:gd name="connsiteX93" fmla="*/ 749970 w 750073"/>
              <a:gd name="connsiteY93" fmla="*/ 783907 h 2498461"/>
              <a:gd name="connsiteX94" fmla="*/ 670913 w 750073"/>
              <a:gd name="connsiteY94" fmla="*/ 860107 h 2498461"/>
              <a:gd name="connsiteX95" fmla="*/ 596618 w 750073"/>
              <a:gd name="connsiteY95" fmla="*/ 861060 h 2498461"/>
              <a:gd name="connsiteX96" fmla="*/ 577568 w 750073"/>
              <a:gd name="connsiteY96" fmla="*/ 849630 h 2498461"/>
              <a:gd name="connsiteX97" fmla="*/ 573758 w 750073"/>
              <a:gd name="connsiteY97" fmla="*/ 878205 h 2498461"/>
              <a:gd name="connsiteX98" fmla="*/ 579473 w 750073"/>
              <a:gd name="connsiteY98" fmla="*/ 944880 h 2498461"/>
              <a:gd name="connsiteX99" fmla="*/ 698535 w 750073"/>
              <a:gd name="connsiteY99" fmla="*/ 1316355 h 2498461"/>
              <a:gd name="connsiteX100" fmla="*/ 635670 w 750073"/>
              <a:gd name="connsiteY100" fmla="*/ 1348740 h 2498461"/>
              <a:gd name="connsiteX101" fmla="*/ 642338 w 750073"/>
              <a:gd name="connsiteY101" fmla="*/ 1503045 h 2498461"/>
              <a:gd name="connsiteX102" fmla="*/ 637575 w 750073"/>
              <a:gd name="connsiteY102" fmla="*/ 1649730 h 2498461"/>
              <a:gd name="connsiteX103" fmla="*/ 630908 w 750073"/>
              <a:gd name="connsiteY103" fmla="*/ 1748790 h 2498461"/>
              <a:gd name="connsiteX104" fmla="*/ 608048 w 750073"/>
              <a:gd name="connsiteY104" fmla="*/ 1826895 h 2498461"/>
              <a:gd name="connsiteX105" fmla="*/ 586140 w 750073"/>
              <a:gd name="connsiteY105" fmla="*/ 1853565 h 2498461"/>
              <a:gd name="connsiteX106" fmla="*/ 582330 w 750073"/>
              <a:gd name="connsiteY106" fmla="*/ 1909762 h 2498461"/>
              <a:gd name="connsiteX107" fmla="*/ 565185 w 750073"/>
              <a:gd name="connsiteY107" fmla="*/ 2065972 h 2498461"/>
              <a:gd name="connsiteX108" fmla="*/ 557565 w 750073"/>
              <a:gd name="connsiteY108" fmla="*/ 2159317 h 2498461"/>
              <a:gd name="connsiteX109" fmla="*/ 561375 w 750073"/>
              <a:gd name="connsiteY109" fmla="*/ 2228850 h 2498461"/>
              <a:gd name="connsiteX110" fmla="*/ 574710 w 750073"/>
              <a:gd name="connsiteY110" fmla="*/ 2263140 h 2498461"/>
              <a:gd name="connsiteX111" fmla="*/ 567090 w 750073"/>
              <a:gd name="connsiteY111" fmla="*/ 2307907 h 2498461"/>
              <a:gd name="connsiteX112" fmla="*/ 734730 w 750073"/>
              <a:gd name="connsiteY112" fmla="*/ 2434590 h 2498461"/>
              <a:gd name="connsiteX113" fmla="*/ 740445 w 750073"/>
              <a:gd name="connsiteY113" fmla="*/ 2486977 h 2498461"/>
              <a:gd name="connsiteX114" fmla="*/ 319440 w 750073"/>
              <a:gd name="connsiteY114" fmla="*/ 2458402 h 2498461"/>
              <a:gd name="connsiteX115" fmla="*/ 213713 w 750073"/>
              <a:gd name="connsiteY115" fmla="*/ 2495550 h 2498461"/>
              <a:gd name="connsiteX116" fmla="*/ 108938 w 750073"/>
              <a:gd name="connsiteY116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391830 w 750073"/>
              <a:gd name="connsiteY79" fmla="*/ 379095 h 2498461"/>
              <a:gd name="connsiteX80" fmla="*/ 380247 w 750073"/>
              <a:gd name="connsiteY80" fmla="*/ 370478 h 2498461"/>
              <a:gd name="connsiteX81" fmla="*/ 547088 w 750073"/>
              <a:gd name="connsiteY81" fmla="*/ 403860 h 2498461"/>
              <a:gd name="connsiteX82" fmla="*/ 589950 w 750073"/>
              <a:gd name="connsiteY82" fmla="*/ 422910 h 2498461"/>
              <a:gd name="connsiteX83" fmla="*/ 612810 w 750073"/>
              <a:gd name="connsiteY83" fmla="*/ 493395 h 2498461"/>
              <a:gd name="connsiteX84" fmla="*/ 628050 w 750073"/>
              <a:gd name="connsiteY84" fmla="*/ 512445 h 2498461"/>
              <a:gd name="connsiteX85" fmla="*/ 627098 w 750073"/>
              <a:gd name="connsiteY85" fmla="*/ 541972 h 2498461"/>
              <a:gd name="connsiteX86" fmla="*/ 636623 w 750073"/>
              <a:gd name="connsiteY86" fmla="*/ 553402 h 2498461"/>
              <a:gd name="connsiteX87" fmla="*/ 633765 w 750073"/>
              <a:gd name="connsiteY87" fmla="*/ 565785 h 2498461"/>
              <a:gd name="connsiteX88" fmla="*/ 648053 w 750073"/>
              <a:gd name="connsiteY88" fmla="*/ 573405 h 2498461"/>
              <a:gd name="connsiteX89" fmla="*/ 647100 w 750073"/>
              <a:gd name="connsiteY89" fmla="*/ 597217 h 2498461"/>
              <a:gd name="connsiteX90" fmla="*/ 709965 w 750073"/>
              <a:gd name="connsiteY90" fmla="*/ 691515 h 2498461"/>
              <a:gd name="connsiteX91" fmla="*/ 736635 w 750073"/>
              <a:gd name="connsiteY91" fmla="*/ 706755 h 2498461"/>
              <a:gd name="connsiteX92" fmla="*/ 749970 w 750073"/>
              <a:gd name="connsiteY92" fmla="*/ 783907 h 2498461"/>
              <a:gd name="connsiteX93" fmla="*/ 670913 w 750073"/>
              <a:gd name="connsiteY93" fmla="*/ 860107 h 2498461"/>
              <a:gd name="connsiteX94" fmla="*/ 596618 w 750073"/>
              <a:gd name="connsiteY94" fmla="*/ 861060 h 2498461"/>
              <a:gd name="connsiteX95" fmla="*/ 577568 w 750073"/>
              <a:gd name="connsiteY95" fmla="*/ 849630 h 2498461"/>
              <a:gd name="connsiteX96" fmla="*/ 573758 w 750073"/>
              <a:gd name="connsiteY96" fmla="*/ 878205 h 2498461"/>
              <a:gd name="connsiteX97" fmla="*/ 579473 w 750073"/>
              <a:gd name="connsiteY97" fmla="*/ 944880 h 2498461"/>
              <a:gd name="connsiteX98" fmla="*/ 698535 w 750073"/>
              <a:gd name="connsiteY98" fmla="*/ 1316355 h 2498461"/>
              <a:gd name="connsiteX99" fmla="*/ 635670 w 750073"/>
              <a:gd name="connsiteY99" fmla="*/ 1348740 h 2498461"/>
              <a:gd name="connsiteX100" fmla="*/ 642338 w 750073"/>
              <a:gd name="connsiteY100" fmla="*/ 1503045 h 2498461"/>
              <a:gd name="connsiteX101" fmla="*/ 637575 w 750073"/>
              <a:gd name="connsiteY101" fmla="*/ 1649730 h 2498461"/>
              <a:gd name="connsiteX102" fmla="*/ 630908 w 750073"/>
              <a:gd name="connsiteY102" fmla="*/ 1748790 h 2498461"/>
              <a:gd name="connsiteX103" fmla="*/ 608048 w 750073"/>
              <a:gd name="connsiteY103" fmla="*/ 1826895 h 2498461"/>
              <a:gd name="connsiteX104" fmla="*/ 586140 w 750073"/>
              <a:gd name="connsiteY104" fmla="*/ 1853565 h 2498461"/>
              <a:gd name="connsiteX105" fmla="*/ 582330 w 750073"/>
              <a:gd name="connsiteY105" fmla="*/ 1909762 h 2498461"/>
              <a:gd name="connsiteX106" fmla="*/ 565185 w 750073"/>
              <a:gd name="connsiteY106" fmla="*/ 2065972 h 2498461"/>
              <a:gd name="connsiteX107" fmla="*/ 557565 w 750073"/>
              <a:gd name="connsiteY107" fmla="*/ 2159317 h 2498461"/>
              <a:gd name="connsiteX108" fmla="*/ 561375 w 750073"/>
              <a:gd name="connsiteY108" fmla="*/ 2228850 h 2498461"/>
              <a:gd name="connsiteX109" fmla="*/ 574710 w 750073"/>
              <a:gd name="connsiteY109" fmla="*/ 2263140 h 2498461"/>
              <a:gd name="connsiteX110" fmla="*/ 567090 w 750073"/>
              <a:gd name="connsiteY110" fmla="*/ 2307907 h 2498461"/>
              <a:gd name="connsiteX111" fmla="*/ 734730 w 750073"/>
              <a:gd name="connsiteY111" fmla="*/ 2434590 h 2498461"/>
              <a:gd name="connsiteX112" fmla="*/ 740445 w 750073"/>
              <a:gd name="connsiteY112" fmla="*/ 2486977 h 2498461"/>
              <a:gd name="connsiteX113" fmla="*/ 319440 w 750073"/>
              <a:gd name="connsiteY113" fmla="*/ 2458402 h 2498461"/>
              <a:gd name="connsiteX114" fmla="*/ 213713 w 750073"/>
              <a:gd name="connsiteY114" fmla="*/ 2495550 h 2498461"/>
              <a:gd name="connsiteX115" fmla="*/ 108938 w 750073"/>
              <a:gd name="connsiteY115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391830 w 750073"/>
              <a:gd name="connsiteY79" fmla="*/ 379095 h 2498461"/>
              <a:gd name="connsiteX80" fmla="*/ 415599 w 750073"/>
              <a:gd name="connsiteY80" fmla="*/ 375527 h 2498461"/>
              <a:gd name="connsiteX81" fmla="*/ 547088 w 750073"/>
              <a:gd name="connsiteY81" fmla="*/ 403860 h 2498461"/>
              <a:gd name="connsiteX82" fmla="*/ 589950 w 750073"/>
              <a:gd name="connsiteY82" fmla="*/ 422910 h 2498461"/>
              <a:gd name="connsiteX83" fmla="*/ 612810 w 750073"/>
              <a:gd name="connsiteY83" fmla="*/ 493395 h 2498461"/>
              <a:gd name="connsiteX84" fmla="*/ 628050 w 750073"/>
              <a:gd name="connsiteY84" fmla="*/ 512445 h 2498461"/>
              <a:gd name="connsiteX85" fmla="*/ 627098 w 750073"/>
              <a:gd name="connsiteY85" fmla="*/ 541972 h 2498461"/>
              <a:gd name="connsiteX86" fmla="*/ 636623 w 750073"/>
              <a:gd name="connsiteY86" fmla="*/ 553402 h 2498461"/>
              <a:gd name="connsiteX87" fmla="*/ 633765 w 750073"/>
              <a:gd name="connsiteY87" fmla="*/ 565785 h 2498461"/>
              <a:gd name="connsiteX88" fmla="*/ 648053 w 750073"/>
              <a:gd name="connsiteY88" fmla="*/ 573405 h 2498461"/>
              <a:gd name="connsiteX89" fmla="*/ 647100 w 750073"/>
              <a:gd name="connsiteY89" fmla="*/ 597217 h 2498461"/>
              <a:gd name="connsiteX90" fmla="*/ 709965 w 750073"/>
              <a:gd name="connsiteY90" fmla="*/ 691515 h 2498461"/>
              <a:gd name="connsiteX91" fmla="*/ 736635 w 750073"/>
              <a:gd name="connsiteY91" fmla="*/ 706755 h 2498461"/>
              <a:gd name="connsiteX92" fmla="*/ 749970 w 750073"/>
              <a:gd name="connsiteY92" fmla="*/ 783907 h 2498461"/>
              <a:gd name="connsiteX93" fmla="*/ 670913 w 750073"/>
              <a:gd name="connsiteY93" fmla="*/ 860107 h 2498461"/>
              <a:gd name="connsiteX94" fmla="*/ 596618 w 750073"/>
              <a:gd name="connsiteY94" fmla="*/ 861060 h 2498461"/>
              <a:gd name="connsiteX95" fmla="*/ 577568 w 750073"/>
              <a:gd name="connsiteY95" fmla="*/ 849630 h 2498461"/>
              <a:gd name="connsiteX96" fmla="*/ 573758 w 750073"/>
              <a:gd name="connsiteY96" fmla="*/ 878205 h 2498461"/>
              <a:gd name="connsiteX97" fmla="*/ 579473 w 750073"/>
              <a:gd name="connsiteY97" fmla="*/ 944880 h 2498461"/>
              <a:gd name="connsiteX98" fmla="*/ 698535 w 750073"/>
              <a:gd name="connsiteY98" fmla="*/ 1316355 h 2498461"/>
              <a:gd name="connsiteX99" fmla="*/ 635670 w 750073"/>
              <a:gd name="connsiteY99" fmla="*/ 1348740 h 2498461"/>
              <a:gd name="connsiteX100" fmla="*/ 642338 w 750073"/>
              <a:gd name="connsiteY100" fmla="*/ 1503045 h 2498461"/>
              <a:gd name="connsiteX101" fmla="*/ 637575 w 750073"/>
              <a:gd name="connsiteY101" fmla="*/ 1649730 h 2498461"/>
              <a:gd name="connsiteX102" fmla="*/ 630908 w 750073"/>
              <a:gd name="connsiteY102" fmla="*/ 1748790 h 2498461"/>
              <a:gd name="connsiteX103" fmla="*/ 608048 w 750073"/>
              <a:gd name="connsiteY103" fmla="*/ 1826895 h 2498461"/>
              <a:gd name="connsiteX104" fmla="*/ 586140 w 750073"/>
              <a:gd name="connsiteY104" fmla="*/ 1853565 h 2498461"/>
              <a:gd name="connsiteX105" fmla="*/ 582330 w 750073"/>
              <a:gd name="connsiteY105" fmla="*/ 1909762 h 2498461"/>
              <a:gd name="connsiteX106" fmla="*/ 565185 w 750073"/>
              <a:gd name="connsiteY106" fmla="*/ 2065972 h 2498461"/>
              <a:gd name="connsiteX107" fmla="*/ 557565 w 750073"/>
              <a:gd name="connsiteY107" fmla="*/ 2159317 h 2498461"/>
              <a:gd name="connsiteX108" fmla="*/ 561375 w 750073"/>
              <a:gd name="connsiteY108" fmla="*/ 2228850 h 2498461"/>
              <a:gd name="connsiteX109" fmla="*/ 574710 w 750073"/>
              <a:gd name="connsiteY109" fmla="*/ 2263140 h 2498461"/>
              <a:gd name="connsiteX110" fmla="*/ 567090 w 750073"/>
              <a:gd name="connsiteY110" fmla="*/ 2307907 h 2498461"/>
              <a:gd name="connsiteX111" fmla="*/ 734730 w 750073"/>
              <a:gd name="connsiteY111" fmla="*/ 2434590 h 2498461"/>
              <a:gd name="connsiteX112" fmla="*/ 740445 w 750073"/>
              <a:gd name="connsiteY112" fmla="*/ 2486977 h 2498461"/>
              <a:gd name="connsiteX113" fmla="*/ 319440 w 750073"/>
              <a:gd name="connsiteY113" fmla="*/ 2458402 h 2498461"/>
              <a:gd name="connsiteX114" fmla="*/ 213713 w 750073"/>
              <a:gd name="connsiteY114" fmla="*/ 2495550 h 2498461"/>
              <a:gd name="connsiteX115" fmla="*/ 108938 w 750073"/>
              <a:gd name="connsiteY115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391830 w 750073"/>
              <a:gd name="connsiteY79" fmla="*/ 379095 h 2498461"/>
              <a:gd name="connsiteX80" fmla="*/ 382773 w 750073"/>
              <a:gd name="connsiteY80" fmla="*/ 373002 h 2498461"/>
              <a:gd name="connsiteX81" fmla="*/ 547088 w 750073"/>
              <a:gd name="connsiteY81" fmla="*/ 403860 h 2498461"/>
              <a:gd name="connsiteX82" fmla="*/ 589950 w 750073"/>
              <a:gd name="connsiteY82" fmla="*/ 422910 h 2498461"/>
              <a:gd name="connsiteX83" fmla="*/ 612810 w 750073"/>
              <a:gd name="connsiteY83" fmla="*/ 493395 h 2498461"/>
              <a:gd name="connsiteX84" fmla="*/ 628050 w 750073"/>
              <a:gd name="connsiteY84" fmla="*/ 512445 h 2498461"/>
              <a:gd name="connsiteX85" fmla="*/ 627098 w 750073"/>
              <a:gd name="connsiteY85" fmla="*/ 541972 h 2498461"/>
              <a:gd name="connsiteX86" fmla="*/ 636623 w 750073"/>
              <a:gd name="connsiteY86" fmla="*/ 553402 h 2498461"/>
              <a:gd name="connsiteX87" fmla="*/ 633765 w 750073"/>
              <a:gd name="connsiteY87" fmla="*/ 565785 h 2498461"/>
              <a:gd name="connsiteX88" fmla="*/ 648053 w 750073"/>
              <a:gd name="connsiteY88" fmla="*/ 573405 h 2498461"/>
              <a:gd name="connsiteX89" fmla="*/ 647100 w 750073"/>
              <a:gd name="connsiteY89" fmla="*/ 597217 h 2498461"/>
              <a:gd name="connsiteX90" fmla="*/ 709965 w 750073"/>
              <a:gd name="connsiteY90" fmla="*/ 691515 h 2498461"/>
              <a:gd name="connsiteX91" fmla="*/ 736635 w 750073"/>
              <a:gd name="connsiteY91" fmla="*/ 706755 h 2498461"/>
              <a:gd name="connsiteX92" fmla="*/ 749970 w 750073"/>
              <a:gd name="connsiteY92" fmla="*/ 783907 h 2498461"/>
              <a:gd name="connsiteX93" fmla="*/ 670913 w 750073"/>
              <a:gd name="connsiteY93" fmla="*/ 860107 h 2498461"/>
              <a:gd name="connsiteX94" fmla="*/ 596618 w 750073"/>
              <a:gd name="connsiteY94" fmla="*/ 861060 h 2498461"/>
              <a:gd name="connsiteX95" fmla="*/ 577568 w 750073"/>
              <a:gd name="connsiteY95" fmla="*/ 849630 h 2498461"/>
              <a:gd name="connsiteX96" fmla="*/ 573758 w 750073"/>
              <a:gd name="connsiteY96" fmla="*/ 878205 h 2498461"/>
              <a:gd name="connsiteX97" fmla="*/ 579473 w 750073"/>
              <a:gd name="connsiteY97" fmla="*/ 944880 h 2498461"/>
              <a:gd name="connsiteX98" fmla="*/ 698535 w 750073"/>
              <a:gd name="connsiteY98" fmla="*/ 1316355 h 2498461"/>
              <a:gd name="connsiteX99" fmla="*/ 635670 w 750073"/>
              <a:gd name="connsiteY99" fmla="*/ 1348740 h 2498461"/>
              <a:gd name="connsiteX100" fmla="*/ 642338 w 750073"/>
              <a:gd name="connsiteY100" fmla="*/ 1503045 h 2498461"/>
              <a:gd name="connsiteX101" fmla="*/ 637575 w 750073"/>
              <a:gd name="connsiteY101" fmla="*/ 1649730 h 2498461"/>
              <a:gd name="connsiteX102" fmla="*/ 630908 w 750073"/>
              <a:gd name="connsiteY102" fmla="*/ 1748790 h 2498461"/>
              <a:gd name="connsiteX103" fmla="*/ 608048 w 750073"/>
              <a:gd name="connsiteY103" fmla="*/ 1826895 h 2498461"/>
              <a:gd name="connsiteX104" fmla="*/ 586140 w 750073"/>
              <a:gd name="connsiteY104" fmla="*/ 1853565 h 2498461"/>
              <a:gd name="connsiteX105" fmla="*/ 582330 w 750073"/>
              <a:gd name="connsiteY105" fmla="*/ 1909762 h 2498461"/>
              <a:gd name="connsiteX106" fmla="*/ 565185 w 750073"/>
              <a:gd name="connsiteY106" fmla="*/ 2065972 h 2498461"/>
              <a:gd name="connsiteX107" fmla="*/ 557565 w 750073"/>
              <a:gd name="connsiteY107" fmla="*/ 2159317 h 2498461"/>
              <a:gd name="connsiteX108" fmla="*/ 561375 w 750073"/>
              <a:gd name="connsiteY108" fmla="*/ 2228850 h 2498461"/>
              <a:gd name="connsiteX109" fmla="*/ 574710 w 750073"/>
              <a:gd name="connsiteY109" fmla="*/ 2263140 h 2498461"/>
              <a:gd name="connsiteX110" fmla="*/ 567090 w 750073"/>
              <a:gd name="connsiteY110" fmla="*/ 2307907 h 2498461"/>
              <a:gd name="connsiteX111" fmla="*/ 734730 w 750073"/>
              <a:gd name="connsiteY111" fmla="*/ 2434590 h 2498461"/>
              <a:gd name="connsiteX112" fmla="*/ 740445 w 750073"/>
              <a:gd name="connsiteY112" fmla="*/ 2486977 h 2498461"/>
              <a:gd name="connsiteX113" fmla="*/ 319440 w 750073"/>
              <a:gd name="connsiteY113" fmla="*/ 2458402 h 2498461"/>
              <a:gd name="connsiteX114" fmla="*/ 213713 w 750073"/>
              <a:gd name="connsiteY114" fmla="*/ 2495550 h 2498461"/>
              <a:gd name="connsiteX115" fmla="*/ 108938 w 750073"/>
              <a:gd name="connsiteY115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391830 w 750073"/>
              <a:gd name="connsiteY79" fmla="*/ 379095 h 2498461"/>
              <a:gd name="connsiteX80" fmla="*/ 433274 w 750073"/>
              <a:gd name="connsiteY80" fmla="*/ 375527 h 2498461"/>
              <a:gd name="connsiteX81" fmla="*/ 547088 w 750073"/>
              <a:gd name="connsiteY81" fmla="*/ 403860 h 2498461"/>
              <a:gd name="connsiteX82" fmla="*/ 589950 w 750073"/>
              <a:gd name="connsiteY82" fmla="*/ 422910 h 2498461"/>
              <a:gd name="connsiteX83" fmla="*/ 612810 w 750073"/>
              <a:gd name="connsiteY83" fmla="*/ 493395 h 2498461"/>
              <a:gd name="connsiteX84" fmla="*/ 628050 w 750073"/>
              <a:gd name="connsiteY84" fmla="*/ 512445 h 2498461"/>
              <a:gd name="connsiteX85" fmla="*/ 627098 w 750073"/>
              <a:gd name="connsiteY85" fmla="*/ 541972 h 2498461"/>
              <a:gd name="connsiteX86" fmla="*/ 636623 w 750073"/>
              <a:gd name="connsiteY86" fmla="*/ 553402 h 2498461"/>
              <a:gd name="connsiteX87" fmla="*/ 633765 w 750073"/>
              <a:gd name="connsiteY87" fmla="*/ 565785 h 2498461"/>
              <a:gd name="connsiteX88" fmla="*/ 648053 w 750073"/>
              <a:gd name="connsiteY88" fmla="*/ 573405 h 2498461"/>
              <a:gd name="connsiteX89" fmla="*/ 647100 w 750073"/>
              <a:gd name="connsiteY89" fmla="*/ 597217 h 2498461"/>
              <a:gd name="connsiteX90" fmla="*/ 709965 w 750073"/>
              <a:gd name="connsiteY90" fmla="*/ 691515 h 2498461"/>
              <a:gd name="connsiteX91" fmla="*/ 736635 w 750073"/>
              <a:gd name="connsiteY91" fmla="*/ 706755 h 2498461"/>
              <a:gd name="connsiteX92" fmla="*/ 749970 w 750073"/>
              <a:gd name="connsiteY92" fmla="*/ 783907 h 2498461"/>
              <a:gd name="connsiteX93" fmla="*/ 670913 w 750073"/>
              <a:gd name="connsiteY93" fmla="*/ 860107 h 2498461"/>
              <a:gd name="connsiteX94" fmla="*/ 596618 w 750073"/>
              <a:gd name="connsiteY94" fmla="*/ 861060 h 2498461"/>
              <a:gd name="connsiteX95" fmla="*/ 577568 w 750073"/>
              <a:gd name="connsiteY95" fmla="*/ 849630 h 2498461"/>
              <a:gd name="connsiteX96" fmla="*/ 573758 w 750073"/>
              <a:gd name="connsiteY96" fmla="*/ 878205 h 2498461"/>
              <a:gd name="connsiteX97" fmla="*/ 579473 w 750073"/>
              <a:gd name="connsiteY97" fmla="*/ 944880 h 2498461"/>
              <a:gd name="connsiteX98" fmla="*/ 698535 w 750073"/>
              <a:gd name="connsiteY98" fmla="*/ 1316355 h 2498461"/>
              <a:gd name="connsiteX99" fmla="*/ 635670 w 750073"/>
              <a:gd name="connsiteY99" fmla="*/ 1348740 h 2498461"/>
              <a:gd name="connsiteX100" fmla="*/ 642338 w 750073"/>
              <a:gd name="connsiteY100" fmla="*/ 1503045 h 2498461"/>
              <a:gd name="connsiteX101" fmla="*/ 637575 w 750073"/>
              <a:gd name="connsiteY101" fmla="*/ 1649730 h 2498461"/>
              <a:gd name="connsiteX102" fmla="*/ 630908 w 750073"/>
              <a:gd name="connsiteY102" fmla="*/ 1748790 h 2498461"/>
              <a:gd name="connsiteX103" fmla="*/ 608048 w 750073"/>
              <a:gd name="connsiteY103" fmla="*/ 1826895 h 2498461"/>
              <a:gd name="connsiteX104" fmla="*/ 586140 w 750073"/>
              <a:gd name="connsiteY104" fmla="*/ 1853565 h 2498461"/>
              <a:gd name="connsiteX105" fmla="*/ 582330 w 750073"/>
              <a:gd name="connsiteY105" fmla="*/ 1909762 h 2498461"/>
              <a:gd name="connsiteX106" fmla="*/ 565185 w 750073"/>
              <a:gd name="connsiteY106" fmla="*/ 2065972 h 2498461"/>
              <a:gd name="connsiteX107" fmla="*/ 557565 w 750073"/>
              <a:gd name="connsiteY107" fmla="*/ 2159317 h 2498461"/>
              <a:gd name="connsiteX108" fmla="*/ 561375 w 750073"/>
              <a:gd name="connsiteY108" fmla="*/ 2228850 h 2498461"/>
              <a:gd name="connsiteX109" fmla="*/ 574710 w 750073"/>
              <a:gd name="connsiteY109" fmla="*/ 2263140 h 2498461"/>
              <a:gd name="connsiteX110" fmla="*/ 567090 w 750073"/>
              <a:gd name="connsiteY110" fmla="*/ 2307907 h 2498461"/>
              <a:gd name="connsiteX111" fmla="*/ 734730 w 750073"/>
              <a:gd name="connsiteY111" fmla="*/ 2434590 h 2498461"/>
              <a:gd name="connsiteX112" fmla="*/ 740445 w 750073"/>
              <a:gd name="connsiteY112" fmla="*/ 2486977 h 2498461"/>
              <a:gd name="connsiteX113" fmla="*/ 319440 w 750073"/>
              <a:gd name="connsiteY113" fmla="*/ 2458402 h 2498461"/>
              <a:gd name="connsiteX114" fmla="*/ 213713 w 750073"/>
              <a:gd name="connsiteY114" fmla="*/ 2495550 h 2498461"/>
              <a:gd name="connsiteX115" fmla="*/ 108938 w 750073"/>
              <a:gd name="connsiteY115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391830 w 750073"/>
              <a:gd name="connsiteY79" fmla="*/ 379095 h 2498461"/>
              <a:gd name="connsiteX80" fmla="*/ 430750 w 750073"/>
              <a:gd name="connsiteY80" fmla="*/ 383103 h 2498461"/>
              <a:gd name="connsiteX81" fmla="*/ 547088 w 750073"/>
              <a:gd name="connsiteY81" fmla="*/ 403860 h 2498461"/>
              <a:gd name="connsiteX82" fmla="*/ 589950 w 750073"/>
              <a:gd name="connsiteY82" fmla="*/ 422910 h 2498461"/>
              <a:gd name="connsiteX83" fmla="*/ 612810 w 750073"/>
              <a:gd name="connsiteY83" fmla="*/ 493395 h 2498461"/>
              <a:gd name="connsiteX84" fmla="*/ 628050 w 750073"/>
              <a:gd name="connsiteY84" fmla="*/ 512445 h 2498461"/>
              <a:gd name="connsiteX85" fmla="*/ 627098 w 750073"/>
              <a:gd name="connsiteY85" fmla="*/ 541972 h 2498461"/>
              <a:gd name="connsiteX86" fmla="*/ 636623 w 750073"/>
              <a:gd name="connsiteY86" fmla="*/ 553402 h 2498461"/>
              <a:gd name="connsiteX87" fmla="*/ 633765 w 750073"/>
              <a:gd name="connsiteY87" fmla="*/ 565785 h 2498461"/>
              <a:gd name="connsiteX88" fmla="*/ 648053 w 750073"/>
              <a:gd name="connsiteY88" fmla="*/ 573405 h 2498461"/>
              <a:gd name="connsiteX89" fmla="*/ 647100 w 750073"/>
              <a:gd name="connsiteY89" fmla="*/ 597217 h 2498461"/>
              <a:gd name="connsiteX90" fmla="*/ 709965 w 750073"/>
              <a:gd name="connsiteY90" fmla="*/ 691515 h 2498461"/>
              <a:gd name="connsiteX91" fmla="*/ 736635 w 750073"/>
              <a:gd name="connsiteY91" fmla="*/ 706755 h 2498461"/>
              <a:gd name="connsiteX92" fmla="*/ 749970 w 750073"/>
              <a:gd name="connsiteY92" fmla="*/ 783907 h 2498461"/>
              <a:gd name="connsiteX93" fmla="*/ 670913 w 750073"/>
              <a:gd name="connsiteY93" fmla="*/ 860107 h 2498461"/>
              <a:gd name="connsiteX94" fmla="*/ 596618 w 750073"/>
              <a:gd name="connsiteY94" fmla="*/ 861060 h 2498461"/>
              <a:gd name="connsiteX95" fmla="*/ 577568 w 750073"/>
              <a:gd name="connsiteY95" fmla="*/ 849630 h 2498461"/>
              <a:gd name="connsiteX96" fmla="*/ 573758 w 750073"/>
              <a:gd name="connsiteY96" fmla="*/ 878205 h 2498461"/>
              <a:gd name="connsiteX97" fmla="*/ 579473 w 750073"/>
              <a:gd name="connsiteY97" fmla="*/ 944880 h 2498461"/>
              <a:gd name="connsiteX98" fmla="*/ 698535 w 750073"/>
              <a:gd name="connsiteY98" fmla="*/ 1316355 h 2498461"/>
              <a:gd name="connsiteX99" fmla="*/ 635670 w 750073"/>
              <a:gd name="connsiteY99" fmla="*/ 1348740 h 2498461"/>
              <a:gd name="connsiteX100" fmla="*/ 642338 w 750073"/>
              <a:gd name="connsiteY100" fmla="*/ 1503045 h 2498461"/>
              <a:gd name="connsiteX101" fmla="*/ 637575 w 750073"/>
              <a:gd name="connsiteY101" fmla="*/ 1649730 h 2498461"/>
              <a:gd name="connsiteX102" fmla="*/ 630908 w 750073"/>
              <a:gd name="connsiteY102" fmla="*/ 1748790 h 2498461"/>
              <a:gd name="connsiteX103" fmla="*/ 608048 w 750073"/>
              <a:gd name="connsiteY103" fmla="*/ 1826895 h 2498461"/>
              <a:gd name="connsiteX104" fmla="*/ 586140 w 750073"/>
              <a:gd name="connsiteY104" fmla="*/ 1853565 h 2498461"/>
              <a:gd name="connsiteX105" fmla="*/ 582330 w 750073"/>
              <a:gd name="connsiteY105" fmla="*/ 1909762 h 2498461"/>
              <a:gd name="connsiteX106" fmla="*/ 565185 w 750073"/>
              <a:gd name="connsiteY106" fmla="*/ 2065972 h 2498461"/>
              <a:gd name="connsiteX107" fmla="*/ 557565 w 750073"/>
              <a:gd name="connsiteY107" fmla="*/ 2159317 h 2498461"/>
              <a:gd name="connsiteX108" fmla="*/ 561375 w 750073"/>
              <a:gd name="connsiteY108" fmla="*/ 2228850 h 2498461"/>
              <a:gd name="connsiteX109" fmla="*/ 574710 w 750073"/>
              <a:gd name="connsiteY109" fmla="*/ 2263140 h 2498461"/>
              <a:gd name="connsiteX110" fmla="*/ 567090 w 750073"/>
              <a:gd name="connsiteY110" fmla="*/ 2307907 h 2498461"/>
              <a:gd name="connsiteX111" fmla="*/ 734730 w 750073"/>
              <a:gd name="connsiteY111" fmla="*/ 2434590 h 2498461"/>
              <a:gd name="connsiteX112" fmla="*/ 740445 w 750073"/>
              <a:gd name="connsiteY112" fmla="*/ 2486977 h 2498461"/>
              <a:gd name="connsiteX113" fmla="*/ 319440 w 750073"/>
              <a:gd name="connsiteY113" fmla="*/ 2458402 h 2498461"/>
              <a:gd name="connsiteX114" fmla="*/ 213713 w 750073"/>
              <a:gd name="connsiteY114" fmla="*/ 2495550 h 2498461"/>
              <a:gd name="connsiteX115" fmla="*/ 108938 w 750073"/>
              <a:gd name="connsiteY115" fmla="*/ 2422207 h 2498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750073" h="2498461">
                <a:moveTo>
                  <a:pt x="412785" y="684847"/>
                </a:moveTo>
                <a:cubicBezTo>
                  <a:pt x="441360" y="715327"/>
                  <a:pt x="438503" y="722947"/>
                  <a:pt x="433740" y="744855"/>
                </a:cubicBezTo>
                <a:cubicBezTo>
                  <a:pt x="448980" y="741997"/>
                  <a:pt x="454695" y="711517"/>
                  <a:pt x="437550" y="699135"/>
                </a:cubicBezTo>
                <a:lnTo>
                  <a:pt x="412785" y="684847"/>
                </a:lnTo>
                <a:lnTo>
                  <a:pt x="412785" y="684847"/>
                </a:lnTo>
                <a:lnTo>
                  <a:pt x="412785" y="684847"/>
                </a:lnTo>
                <a:close/>
                <a:moveTo>
                  <a:pt x="439455" y="2425065"/>
                </a:moveTo>
                <a:cubicBezTo>
                  <a:pt x="420405" y="2414587"/>
                  <a:pt x="434693" y="2377440"/>
                  <a:pt x="435645" y="2358390"/>
                </a:cubicBezTo>
                <a:cubicBezTo>
                  <a:pt x="438503" y="2348865"/>
                  <a:pt x="423263" y="2337435"/>
                  <a:pt x="428978" y="2328862"/>
                </a:cubicBezTo>
                <a:cubicBezTo>
                  <a:pt x="448980" y="2302192"/>
                  <a:pt x="409928" y="2278380"/>
                  <a:pt x="440408" y="2257425"/>
                </a:cubicBezTo>
                <a:cubicBezTo>
                  <a:pt x="449933" y="2247900"/>
                  <a:pt x="422310" y="2235517"/>
                  <a:pt x="421358" y="2197417"/>
                </a:cubicBezTo>
                <a:cubicBezTo>
                  <a:pt x="426120" y="2133600"/>
                  <a:pt x="410880" y="1971675"/>
                  <a:pt x="421358" y="1919287"/>
                </a:cubicBezTo>
                <a:cubicBezTo>
                  <a:pt x="431835" y="1868805"/>
                  <a:pt x="437550" y="1804987"/>
                  <a:pt x="452790" y="1766887"/>
                </a:cubicBezTo>
                <a:cubicBezTo>
                  <a:pt x="457553" y="1747837"/>
                  <a:pt x="440408" y="1742122"/>
                  <a:pt x="438503" y="1723072"/>
                </a:cubicBezTo>
                <a:cubicBezTo>
                  <a:pt x="437550" y="1706880"/>
                  <a:pt x="462315" y="1700212"/>
                  <a:pt x="448028" y="1686877"/>
                </a:cubicBezTo>
                <a:cubicBezTo>
                  <a:pt x="432788" y="1663065"/>
                  <a:pt x="458505" y="1627822"/>
                  <a:pt x="446123" y="1610677"/>
                </a:cubicBezTo>
                <a:cubicBezTo>
                  <a:pt x="417548" y="1566862"/>
                  <a:pt x="438503" y="1465897"/>
                  <a:pt x="398498" y="1469707"/>
                </a:cubicBezTo>
                <a:cubicBezTo>
                  <a:pt x="371828" y="1471612"/>
                  <a:pt x="367065" y="1616392"/>
                  <a:pt x="320393" y="1752600"/>
                </a:cubicBezTo>
                <a:cubicBezTo>
                  <a:pt x="311820" y="1771650"/>
                  <a:pt x="323250" y="1784032"/>
                  <a:pt x="319440" y="1802130"/>
                </a:cubicBezTo>
                <a:cubicBezTo>
                  <a:pt x="310868" y="1820227"/>
                  <a:pt x="297533" y="1821180"/>
                  <a:pt x="294675" y="1835467"/>
                </a:cubicBezTo>
                <a:cubicBezTo>
                  <a:pt x="288960" y="1843087"/>
                  <a:pt x="291818" y="1847850"/>
                  <a:pt x="297533" y="1860232"/>
                </a:cubicBezTo>
                <a:cubicBezTo>
                  <a:pt x="301343" y="1872615"/>
                  <a:pt x="277530" y="1880235"/>
                  <a:pt x="280388" y="1897380"/>
                </a:cubicBezTo>
                <a:cubicBezTo>
                  <a:pt x="288008" y="1958340"/>
                  <a:pt x="261338" y="2092642"/>
                  <a:pt x="239430" y="2160270"/>
                </a:cubicBezTo>
                <a:cubicBezTo>
                  <a:pt x="231810" y="2178367"/>
                  <a:pt x="252765" y="2236470"/>
                  <a:pt x="244193" y="2273617"/>
                </a:cubicBezTo>
                <a:cubicBezTo>
                  <a:pt x="227048" y="2307907"/>
                  <a:pt x="224190" y="2346007"/>
                  <a:pt x="228953" y="2368867"/>
                </a:cubicBezTo>
                <a:cubicBezTo>
                  <a:pt x="265148" y="2412682"/>
                  <a:pt x="270863" y="2418397"/>
                  <a:pt x="318488" y="2458402"/>
                </a:cubicBezTo>
                <a:moveTo>
                  <a:pt x="741398" y="2486977"/>
                </a:moveTo>
                <a:cubicBezTo>
                  <a:pt x="718538" y="2495550"/>
                  <a:pt x="650910" y="2489835"/>
                  <a:pt x="593760" y="2483167"/>
                </a:cubicBezTo>
                <a:cubicBezTo>
                  <a:pt x="532800" y="2473642"/>
                  <a:pt x="499463" y="2450782"/>
                  <a:pt x="439455" y="2425065"/>
                </a:cubicBezTo>
                <a:moveTo>
                  <a:pt x="108938" y="2421255"/>
                </a:moveTo>
                <a:cubicBezTo>
                  <a:pt x="106080" y="2404110"/>
                  <a:pt x="136560" y="2374582"/>
                  <a:pt x="130845" y="2358390"/>
                </a:cubicBezTo>
                <a:cubicBezTo>
                  <a:pt x="118463" y="2330767"/>
                  <a:pt x="118463" y="2314575"/>
                  <a:pt x="106080" y="2281237"/>
                </a:cubicBezTo>
                <a:cubicBezTo>
                  <a:pt x="98460" y="2246947"/>
                  <a:pt x="127035" y="2159317"/>
                  <a:pt x="118463" y="2125980"/>
                </a:cubicBezTo>
                <a:cubicBezTo>
                  <a:pt x="96555" y="2035492"/>
                  <a:pt x="102270" y="1866900"/>
                  <a:pt x="145133" y="1771650"/>
                </a:cubicBezTo>
                <a:cubicBezTo>
                  <a:pt x="153705" y="1757362"/>
                  <a:pt x="136560" y="1736407"/>
                  <a:pt x="156563" y="1721167"/>
                </a:cubicBezTo>
                <a:cubicBezTo>
                  <a:pt x="170850" y="1712595"/>
                  <a:pt x="141323" y="1682115"/>
                  <a:pt x="161325" y="1656397"/>
                </a:cubicBezTo>
                <a:cubicBezTo>
                  <a:pt x="167993" y="1649730"/>
                  <a:pt x="142275" y="1634490"/>
                  <a:pt x="158468" y="1599247"/>
                </a:cubicBezTo>
                <a:cubicBezTo>
                  <a:pt x="162278" y="1578292"/>
                  <a:pt x="124178" y="1539240"/>
                  <a:pt x="137513" y="1461135"/>
                </a:cubicBezTo>
                <a:cubicBezTo>
                  <a:pt x="140370" y="1443037"/>
                  <a:pt x="96555" y="1443037"/>
                  <a:pt x="117510" y="1376362"/>
                </a:cubicBezTo>
                <a:cubicBezTo>
                  <a:pt x="125130" y="1342072"/>
                  <a:pt x="74648" y="1355407"/>
                  <a:pt x="70838" y="1317307"/>
                </a:cubicBezTo>
                <a:cubicBezTo>
                  <a:pt x="74648" y="1256347"/>
                  <a:pt x="94650" y="1087755"/>
                  <a:pt x="107985" y="987742"/>
                </a:cubicBezTo>
                <a:lnTo>
                  <a:pt x="112748" y="957262"/>
                </a:lnTo>
                <a:lnTo>
                  <a:pt x="112748" y="952500"/>
                </a:lnTo>
                <a:lnTo>
                  <a:pt x="101318" y="935355"/>
                </a:lnTo>
                <a:lnTo>
                  <a:pt x="112748" y="880110"/>
                </a:lnTo>
                <a:lnTo>
                  <a:pt x="84173" y="822960"/>
                </a:lnTo>
                <a:cubicBezTo>
                  <a:pt x="79410" y="808672"/>
                  <a:pt x="77505" y="804862"/>
                  <a:pt x="69885" y="785812"/>
                </a:cubicBezTo>
                <a:cubicBezTo>
                  <a:pt x="70838" y="768667"/>
                  <a:pt x="67980" y="768667"/>
                  <a:pt x="73695" y="747712"/>
                </a:cubicBezTo>
                <a:lnTo>
                  <a:pt x="61313" y="739140"/>
                </a:lnTo>
                <a:cubicBezTo>
                  <a:pt x="57503" y="721995"/>
                  <a:pt x="62265" y="715327"/>
                  <a:pt x="48930" y="682942"/>
                </a:cubicBezTo>
                <a:cubicBezTo>
                  <a:pt x="38453" y="660082"/>
                  <a:pt x="24165" y="640080"/>
                  <a:pt x="12735" y="598170"/>
                </a:cubicBezTo>
                <a:cubicBezTo>
                  <a:pt x="4163" y="565785"/>
                  <a:pt x="12735" y="551497"/>
                  <a:pt x="2258" y="515302"/>
                </a:cubicBezTo>
                <a:cubicBezTo>
                  <a:pt x="2258" y="468630"/>
                  <a:pt x="-9172" y="466725"/>
                  <a:pt x="19403" y="411480"/>
                </a:cubicBezTo>
                <a:cubicBezTo>
                  <a:pt x="45120" y="386715"/>
                  <a:pt x="103223" y="366712"/>
                  <a:pt x="152753" y="353377"/>
                </a:cubicBezTo>
                <a:cubicBezTo>
                  <a:pt x="190853" y="343852"/>
                  <a:pt x="214665" y="289560"/>
                  <a:pt x="222285" y="291465"/>
                </a:cubicBezTo>
                <a:cubicBezTo>
                  <a:pt x="223238" y="291465"/>
                  <a:pt x="223238" y="292417"/>
                  <a:pt x="224190" y="292417"/>
                </a:cubicBezTo>
                <a:cubicBezTo>
                  <a:pt x="218475" y="308610"/>
                  <a:pt x="293723" y="390525"/>
                  <a:pt x="342300" y="444817"/>
                </a:cubicBezTo>
                <a:cubicBezTo>
                  <a:pt x="336585" y="429577"/>
                  <a:pt x="336585" y="425767"/>
                  <a:pt x="307058" y="403860"/>
                </a:cubicBezTo>
                <a:lnTo>
                  <a:pt x="354683" y="360997"/>
                </a:lnTo>
                <a:lnTo>
                  <a:pt x="357540" y="360997"/>
                </a:lnTo>
                <a:cubicBezTo>
                  <a:pt x="348968" y="355282"/>
                  <a:pt x="340395" y="352425"/>
                  <a:pt x="332775" y="348615"/>
                </a:cubicBezTo>
                <a:cubicBezTo>
                  <a:pt x="313725" y="349567"/>
                  <a:pt x="304200" y="359092"/>
                  <a:pt x="267053" y="320040"/>
                </a:cubicBezTo>
                <a:cubicBezTo>
                  <a:pt x="254670" y="307657"/>
                  <a:pt x="243240" y="299085"/>
                  <a:pt x="232763" y="281940"/>
                </a:cubicBezTo>
                <a:cubicBezTo>
                  <a:pt x="219428" y="262890"/>
                  <a:pt x="217523" y="240030"/>
                  <a:pt x="209903" y="219075"/>
                </a:cubicBezTo>
                <a:cubicBezTo>
                  <a:pt x="205140" y="221932"/>
                  <a:pt x="201330" y="227647"/>
                  <a:pt x="195615" y="228600"/>
                </a:cubicBezTo>
                <a:cubicBezTo>
                  <a:pt x="186090" y="229552"/>
                  <a:pt x="170850" y="191452"/>
                  <a:pt x="168945" y="163830"/>
                </a:cubicBezTo>
                <a:cubicBezTo>
                  <a:pt x="167993" y="143827"/>
                  <a:pt x="176565" y="148590"/>
                  <a:pt x="185138" y="148590"/>
                </a:cubicBezTo>
                <a:cubicBezTo>
                  <a:pt x="168945" y="65722"/>
                  <a:pt x="211808" y="4762"/>
                  <a:pt x="304200" y="0"/>
                </a:cubicBezTo>
                <a:lnTo>
                  <a:pt x="304200" y="0"/>
                </a:lnTo>
                <a:cubicBezTo>
                  <a:pt x="424215" y="1905"/>
                  <a:pt x="426120" y="79057"/>
                  <a:pt x="436598" y="130492"/>
                </a:cubicBezTo>
                <a:cubicBezTo>
                  <a:pt x="462315" y="119062"/>
                  <a:pt x="445170" y="181927"/>
                  <a:pt x="443265" y="194310"/>
                </a:cubicBezTo>
                <a:cubicBezTo>
                  <a:pt x="436598" y="216217"/>
                  <a:pt x="431835" y="212407"/>
                  <a:pt x="424215" y="209550"/>
                </a:cubicBezTo>
                <a:cubicBezTo>
                  <a:pt x="422310" y="247650"/>
                  <a:pt x="424459" y="276800"/>
                  <a:pt x="404456" y="300612"/>
                </a:cubicBezTo>
                <a:cubicBezTo>
                  <a:pt x="393979" y="325694"/>
                  <a:pt x="359128" y="340201"/>
                  <a:pt x="361350" y="360045"/>
                </a:cubicBezTo>
                <a:cubicBezTo>
                  <a:pt x="384210" y="361950"/>
                  <a:pt x="389925" y="394335"/>
                  <a:pt x="405165" y="409575"/>
                </a:cubicBezTo>
                <a:cubicBezTo>
                  <a:pt x="405165" y="410527"/>
                  <a:pt x="406118" y="411480"/>
                  <a:pt x="406118" y="413385"/>
                </a:cubicBezTo>
                <a:lnTo>
                  <a:pt x="388973" y="412432"/>
                </a:lnTo>
                <a:lnTo>
                  <a:pt x="411833" y="454342"/>
                </a:lnTo>
                <a:cubicBezTo>
                  <a:pt x="408023" y="439102"/>
                  <a:pt x="408975" y="427672"/>
                  <a:pt x="405165" y="413385"/>
                </a:cubicBezTo>
                <a:lnTo>
                  <a:pt x="391830" y="379095"/>
                </a:lnTo>
                <a:lnTo>
                  <a:pt x="430750" y="383103"/>
                </a:lnTo>
                <a:cubicBezTo>
                  <a:pt x="478375" y="403106"/>
                  <a:pt x="498510" y="387667"/>
                  <a:pt x="547088" y="403860"/>
                </a:cubicBezTo>
                <a:cubicBezTo>
                  <a:pt x="561375" y="410527"/>
                  <a:pt x="580425" y="408622"/>
                  <a:pt x="589950" y="422910"/>
                </a:cubicBezTo>
                <a:cubicBezTo>
                  <a:pt x="606143" y="439102"/>
                  <a:pt x="607095" y="478155"/>
                  <a:pt x="612810" y="493395"/>
                </a:cubicBezTo>
                <a:cubicBezTo>
                  <a:pt x="622335" y="506730"/>
                  <a:pt x="623288" y="506730"/>
                  <a:pt x="628050" y="512445"/>
                </a:cubicBezTo>
                <a:cubicBezTo>
                  <a:pt x="628050" y="521970"/>
                  <a:pt x="628050" y="531495"/>
                  <a:pt x="627098" y="541972"/>
                </a:cubicBezTo>
                <a:cubicBezTo>
                  <a:pt x="633765" y="552450"/>
                  <a:pt x="629003" y="546735"/>
                  <a:pt x="636623" y="553402"/>
                </a:cubicBezTo>
                <a:lnTo>
                  <a:pt x="633765" y="565785"/>
                </a:lnTo>
                <a:cubicBezTo>
                  <a:pt x="639480" y="568642"/>
                  <a:pt x="641385" y="565785"/>
                  <a:pt x="648053" y="573405"/>
                </a:cubicBezTo>
                <a:cubicBezTo>
                  <a:pt x="652815" y="581025"/>
                  <a:pt x="647100" y="589597"/>
                  <a:pt x="647100" y="597217"/>
                </a:cubicBezTo>
                <a:cubicBezTo>
                  <a:pt x="664245" y="604837"/>
                  <a:pt x="692820" y="655320"/>
                  <a:pt x="709965" y="691515"/>
                </a:cubicBezTo>
                <a:lnTo>
                  <a:pt x="736635" y="706755"/>
                </a:lnTo>
                <a:cubicBezTo>
                  <a:pt x="745208" y="733425"/>
                  <a:pt x="750923" y="744855"/>
                  <a:pt x="749970" y="783907"/>
                </a:cubicBezTo>
                <a:cubicBezTo>
                  <a:pt x="732825" y="822960"/>
                  <a:pt x="729968" y="847725"/>
                  <a:pt x="670913" y="860107"/>
                </a:cubicBezTo>
                <a:lnTo>
                  <a:pt x="596618" y="861060"/>
                </a:lnTo>
                <a:cubicBezTo>
                  <a:pt x="583283" y="858202"/>
                  <a:pt x="588045" y="859155"/>
                  <a:pt x="577568" y="849630"/>
                </a:cubicBezTo>
                <a:lnTo>
                  <a:pt x="573758" y="878205"/>
                </a:lnTo>
                <a:lnTo>
                  <a:pt x="579473" y="944880"/>
                </a:lnTo>
                <a:cubicBezTo>
                  <a:pt x="594713" y="1013460"/>
                  <a:pt x="663293" y="1202055"/>
                  <a:pt x="698535" y="1316355"/>
                </a:cubicBezTo>
                <a:cubicBezTo>
                  <a:pt x="707108" y="1343025"/>
                  <a:pt x="668055" y="1327785"/>
                  <a:pt x="635670" y="1348740"/>
                </a:cubicBezTo>
                <a:cubicBezTo>
                  <a:pt x="647100" y="1411605"/>
                  <a:pt x="642338" y="1436370"/>
                  <a:pt x="642338" y="1503045"/>
                </a:cubicBezTo>
                <a:cubicBezTo>
                  <a:pt x="642338" y="1561147"/>
                  <a:pt x="645195" y="1609725"/>
                  <a:pt x="637575" y="1649730"/>
                </a:cubicBezTo>
                <a:cubicBezTo>
                  <a:pt x="625193" y="1667827"/>
                  <a:pt x="641385" y="1713547"/>
                  <a:pt x="630908" y="1748790"/>
                </a:cubicBezTo>
                <a:cubicBezTo>
                  <a:pt x="617573" y="1784985"/>
                  <a:pt x="613763" y="1787842"/>
                  <a:pt x="608048" y="1826895"/>
                </a:cubicBezTo>
                <a:cubicBezTo>
                  <a:pt x="606143" y="1837372"/>
                  <a:pt x="582330" y="1843087"/>
                  <a:pt x="586140" y="1853565"/>
                </a:cubicBezTo>
                <a:cubicBezTo>
                  <a:pt x="605190" y="1889760"/>
                  <a:pt x="578520" y="1894522"/>
                  <a:pt x="582330" y="1909762"/>
                </a:cubicBezTo>
                <a:cubicBezTo>
                  <a:pt x="589950" y="1950720"/>
                  <a:pt x="570900" y="2025967"/>
                  <a:pt x="565185" y="2065972"/>
                </a:cubicBezTo>
                <a:cubicBezTo>
                  <a:pt x="554708" y="2108835"/>
                  <a:pt x="551850" y="2133600"/>
                  <a:pt x="557565" y="2159317"/>
                </a:cubicBezTo>
                <a:cubicBezTo>
                  <a:pt x="569948" y="2185035"/>
                  <a:pt x="571853" y="2205037"/>
                  <a:pt x="561375" y="2228850"/>
                </a:cubicBezTo>
                <a:cubicBezTo>
                  <a:pt x="553755" y="2245042"/>
                  <a:pt x="556613" y="2254567"/>
                  <a:pt x="574710" y="2263140"/>
                </a:cubicBezTo>
                <a:cubicBezTo>
                  <a:pt x="583283" y="2269807"/>
                  <a:pt x="592808" y="2273617"/>
                  <a:pt x="567090" y="2307907"/>
                </a:cubicBezTo>
                <a:cubicBezTo>
                  <a:pt x="550898" y="2330767"/>
                  <a:pt x="649005" y="2381250"/>
                  <a:pt x="734730" y="2434590"/>
                </a:cubicBezTo>
                <a:cubicBezTo>
                  <a:pt x="749970" y="2446020"/>
                  <a:pt x="754733" y="2475547"/>
                  <a:pt x="740445" y="2486977"/>
                </a:cubicBezTo>
                <a:moveTo>
                  <a:pt x="319440" y="2458402"/>
                </a:moveTo>
                <a:cubicBezTo>
                  <a:pt x="356588" y="2486977"/>
                  <a:pt x="311820" y="2506027"/>
                  <a:pt x="213713" y="2495550"/>
                </a:cubicBezTo>
                <a:cubicBezTo>
                  <a:pt x="166088" y="2479357"/>
                  <a:pt x="120368" y="2465070"/>
                  <a:pt x="108938" y="2422207"/>
                </a:cubicBezTo>
              </a:path>
            </a:pathLst>
          </a:custGeom>
          <a:solidFill>
            <a:srgbClr val="FF3399"/>
          </a:solidFill>
          <a:ln w="381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91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428B305-ED7A-4154-B9BF-09EED7158A52}"/>
              </a:ext>
            </a:extLst>
          </p:cNvPr>
          <p:cNvSpPr/>
          <p:nvPr userDrawn="1"/>
        </p:nvSpPr>
        <p:spPr>
          <a:xfrm>
            <a:off x="-1" y="6581545"/>
            <a:ext cx="12192000" cy="276455"/>
          </a:xfrm>
          <a:prstGeom prst="rect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5E723C45-DC9B-4D6B-968F-B04B2870D3F0}"/>
              </a:ext>
            </a:extLst>
          </p:cNvPr>
          <p:cNvSpPr/>
          <p:nvPr userDrawn="1"/>
        </p:nvSpPr>
        <p:spPr>
          <a:xfrm rot="10800000">
            <a:off x="5954683" y="195176"/>
            <a:ext cx="282633" cy="266007"/>
          </a:xfrm>
          <a:prstGeom prst="triangle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6A07A7-A9D2-459D-97B1-D4DBF5ED3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00"/>
            <a:ext cx="10515600" cy="1325563"/>
          </a:xfrm>
        </p:spPr>
        <p:txBody>
          <a:bodyPr/>
          <a:lstStyle>
            <a:lvl1pPr>
              <a:defRPr>
                <a:latin typeface="Anton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62E7A-8173-4C9F-8916-5431BFAEC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43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16" name="Graphic 46">
            <a:extLst>
              <a:ext uri="{FF2B5EF4-FFF2-40B4-BE49-F238E27FC236}">
                <a16:creationId xmlns:a16="http://schemas.microsoft.com/office/drawing/2014/main" id="{B0F9DE25-8DBE-487E-953D-1E6C272FECF7}"/>
              </a:ext>
            </a:extLst>
          </p:cNvPr>
          <p:cNvSpPr/>
          <p:nvPr userDrawn="1"/>
        </p:nvSpPr>
        <p:spPr>
          <a:xfrm rot="20395817">
            <a:off x="10962292" y="5263767"/>
            <a:ext cx="1114558" cy="1304370"/>
          </a:xfrm>
          <a:custGeom>
            <a:avLst/>
            <a:gdLst>
              <a:gd name="connsiteX0" fmla="*/ 104368 w 5961980"/>
              <a:gd name="connsiteY0" fmla="*/ 2552216 h 6858000"/>
              <a:gd name="connsiteX1" fmla="*/ 255313 w 5961980"/>
              <a:gd name="connsiteY1" fmla="*/ 2883054 h 6858000"/>
              <a:gd name="connsiteX2" fmla="*/ 775694 w 5961980"/>
              <a:gd name="connsiteY2" fmla="*/ 4027203 h 6858000"/>
              <a:gd name="connsiteX3" fmla="*/ 956965 w 5961980"/>
              <a:gd name="connsiteY3" fmla="*/ 4084410 h 6858000"/>
              <a:gd name="connsiteX4" fmla="*/ 1439438 w 5961980"/>
              <a:gd name="connsiteY4" fmla="*/ 3781831 h 6858000"/>
              <a:gd name="connsiteX5" fmla="*/ 2087329 w 5961980"/>
              <a:gd name="connsiteY5" fmla="*/ 3384136 h 6858000"/>
              <a:gd name="connsiteX6" fmla="*/ 2136955 w 5961980"/>
              <a:gd name="connsiteY6" fmla="*/ 3218717 h 6858000"/>
              <a:gd name="connsiteX7" fmla="*/ 2034947 w 5961980"/>
              <a:gd name="connsiteY7" fmla="*/ 2971967 h 6858000"/>
              <a:gd name="connsiteX8" fmla="*/ 1844025 w 5961980"/>
              <a:gd name="connsiteY8" fmla="*/ 2617005 h 6858000"/>
              <a:gd name="connsiteX9" fmla="*/ 2038393 w 5961980"/>
              <a:gd name="connsiteY9" fmla="*/ 2572204 h 6858000"/>
              <a:gd name="connsiteX10" fmla="*/ 2122481 w 5961980"/>
              <a:gd name="connsiteY10" fmla="*/ 2191740 h 6858000"/>
              <a:gd name="connsiteX11" fmla="*/ 2136955 w 5961980"/>
              <a:gd name="connsiteY11" fmla="*/ 2158656 h 6858000"/>
              <a:gd name="connsiteX12" fmla="*/ 2451941 w 5961980"/>
              <a:gd name="connsiteY12" fmla="*/ 1705132 h 6858000"/>
              <a:gd name="connsiteX13" fmla="*/ 2638037 w 5961980"/>
              <a:gd name="connsiteY13" fmla="*/ 1526617 h 6858000"/>
              <a:gd name="connsiteX14" fmla="*/ 3055031 w 5961980"/>
              <a:gd name="connsiteY14" fmla="*/ 1408756 h 6858000"/>
              <a:gd name="connsiteX15" fmla="*/ 3072262 w 5961980"/>
              <a:gd name="connsiteY15" fmla="*/ 1435637 h 6858000"/>
              <a:gd name="connsiteX16" fmla="*/ 3000581 w 5961980"/>
              <a:gd name="connsiteY16" fmla="*/ 1607259 h 6858000"/>
              <a:gd name="connsiteX17" fmla="*/ 2736599 w 5961980"/>
              <a:gd name="connsiteY17" fmla="*/ 1895364 h 6858000"/>
              <a:gd name="connsiteX18" fmla="*/ 2685595 w 5961980"/>
              <a:gd name="connsiteY18" fmla="*/ 1956018 h 6858000"/>
              <a:gd name="connsiteX19" fmla="*/ 2171417 w 5961980"/>
              <a:gd name="connsiteY19" fmla="*/ 2837564 h 6858000"/>
              <a:gd name="connsiteX20" fmla="*/ 2163147 w 5961980"/>
              <a:gd name="connsiteY20" fmla="*/ 2894771 h 6858000"/>
              <a:gd name="connsiteX21" fmla="*/ 2234828 w 5961980"/>
              <a:gd name="connsiteY21" fmla="*/ 3050541 h 6858000"/>
              <a:gd name="connsiteX22" fmla="*/ 2400247 w 5961980"/>
              <a:gd name="connsiteY22" fmla="*/ 3365526 h 6858000"/>
              <a:gd name="connsiteX23" fmla="*/ 2658025 w 5961980"/>
              <a:gd name="connsiteY23" fmla="*/ 3505443 h 6858000"/>
              <a:gd name="connsiteX24" fmla="*/ 2691109 w 5961980"/>
              <a:gd name="connsiteY24" fmla="*/ 3768046 h 6858000"/>
              <a:gd name="connsiteX25" fmla="*/ 2600129 w 5961980"/>
              <a:gd name="connsiteY25" fmla="*/ 4579978 h 6858000"/>
              <a:gd name="connsiteX26" fmla="*/ 2482267 w 5961980"/>
              <a:gd name="connsiteY26" fmla="*/ 4634429 h 6858000"/>
              <a:gd name="connsiteX27" fmla="*/ 2179688 w 5961980"/>
              <a:gd name="connsiteY27" fmla="*/ 4865326 h 6858000"/>
              <a:gd name="connsiteX28" fmla="*/ 1788197 w 5961980"/>
              <a:gd name="connsiteY28" fmla="*/ 5180312 h 6858000"/>
              <a:gd name="connsiteX29" fmla="*/ 1668957 w 5961980"/>
              <a:gd name="connsiteY29" fmla="*/ 5269225 h 6858000"/>
              <a:gd name="connsiteX30" fmla="*/ 1225082 w 5961980"/>
              <a:gd name="connsiteY30" fmla="*/ 5487026 h 6858000"/>
              <a:gd name="connsiteX31" fmla="*/ 950073 w 5961980"/>
              <a:gd name="connsiteY31" fmla="*/ 5563533 h 6858000"/>
              <a:gd name="connsiteX32" fmla="*/ 735028 w 5961980"/>
              <a:gd name="connsiteY32" fmla="*/ 5601441 h 6858000"/>
              <a:gd name="connsiteX33" fmla="*/ 697120 w 5961980"/>
              <a:gd name="connsiteY33" fmla="*/ 5637971 h 6858000"/>
              <a:gd name="connsiteX34" fmla="*/ 722622 w 5961980"/>
              <a:gd name="connsiteY34" fmla="*/ 6007407 h 6858000"/>
              <a:gd name="connsiteX35" fmla="*/ 760530 w 5961980"/>
              <a:gd name="connsiteY35" fmla="*/ 6177651 h 6858000"/>
              <a:gd name="connsiteX36" fmla="*/ 1001077 w 5961980"/>
              <a:gd name="connsiteY36" fmla="*/ 6801419 h 6858000"/>
              <a:gd name="connsiteX37" fmla="*/ 1114114 w 5961980"/>
              <a:gd name="connsiteY37" fmla="*/ 6858626 h 6858000"/>
              <a:gd name="connsiteX38" fmla="*/ 1206473 w 5961980"/>
              <a:gd name="connsiteY38" fmla="*/ 6733183 h 6858000"/>
              <a:gd name="connsiteX39" fmla="*/ 1205094 w 5961980"/>
              <a:gd name="connsiteY39" fmla="*/ 6647028 h 6858000"/>
              <a:gd name="connsiteX40" fmla="*/ 1217501 w 5961980"/>
              <a:gd name="connsiteY40" fmla="*/ 6236237 h 6858000"/>
              <a:gd name="connsiteX41" fmla="*/ 1292628 w 5961980"/>
              <a:gd name="connsiteY41" fmla="*/ 6021192 h 6858000"/>
              <a:gd name="connsiteX42" fmla="*/ 1644144 w 5961980"/>
              <a:gd name="connsiteY42" fmla="*/ 6234169 h 6858000"/>
              <a:gd name="connsiteX43" fmla="*/ 1704798 w 5961980"/>
              <a:gd name="connsiteY43" fmla="*/ 6085981 h 6858000"/>
              <a:gd name="connsiteX44" fmla="*/ 1854364 w 5961980"/>
              <a:gd name="connsiteY44" fmla="*/ 5802701 h 6858000"/>
              <a:gd name="connsiteX45" fmla="*/ 2161768 w 5961980"/>
              <a:gd name="connsiteY45" fmla="*/ 5616605 h 6858000"/>
              <a:gd name="connsiteX46" fmla="*/ 2683527 w 5961980"/>
              <a:gd name="connsiteY46" fmla="*/ 5433265 h 6858000"/>
              <a:gd name="connsiteX47" fmla="*/ 3032286 w 5961980"/>
              <a:gd name="connsiteY47" fmla="*/ 5191340 h 6858000"/>
              <a:gd name="connsiteX48" fmla="*/ 3356921 w 5961980"/>
              <a:gd name="connsiteY48" fmla="*/ 4594452 h 6858000"/>
              <a:gd name="connsiteX49" fmla="*/ 3667082 w 5961980"/>
              <a:gd name="connsiteY49" fmla="*/ 4026514 h 6858000"/>
              <a:gd name="connsiteX50" fmla="*/ 3770469 w 5961980"/>
              <a:gd name="connsiteY50" fmla="*/ 4004458 h 6858000"/>
              <a:gd name="connsiteX51" fmla="*/ 4011016 w 5961980"/>
              <a:gd name="connsiteY51" fmla="*/ 4098195 h 6858000"/>
              <a:gd name="connsiteX52" fmla="*/ 4375627 w 5961980"/>
              <a:gd name="connsiteY52" fmla="*/ 4195379 h 6858000"/>
              <a:gd name="connsiteX53" fmla="*/ 4574819 w 5961980"/>
              <a:gd name="connsiteY53" fmla="*/ 4418006 h 6858000"/>
              <a:gd name="connsiteX54" fmla="*/ 4605146 w 5961980"/>
              <a:gd name="connsiteY54" fmla="*/ 4470388 h 6858000"/>
              <a:gd name="connsiteX55" fmla="*/ 4640298 w 5961980"/>
              <a:gd name="connsiteY55" fmla="*/ 4528974 h 6858000"/>
              <a:gd name="connsiteX56" fmla="*/ 4700951 w 5961980"/>
              <a:gd name="connsiteY56" fmla="*/ 4766075 h 6858000"/>
              <a:gd name="connsiteX57" fmla="*/ 4711290 w 5961980"/>
              <a:gd name="connsiteY57" fmla="*/ 4903235 h 6858000"/>
              <a:gd name="connsiteX58" fmla="*/ 4705087 w 5961980"/>
              <a:gd name="connsiteY58" fmla="*/ 4996972 h 6858000"/>
              <a:gd name="connsiteX59" fmla="*/ 4776079 w 5961980"/>
              <a:gd name="connsiteY59" fmla="*/ 5296105 h 6858000"/>
              <a:gd name="connsiteX60" fmla="*/ 4862924 w 5961980"/>
              <a:gd name="connsiteY60" fmla="*/ 5763414 h 6858000"/>
              <a:gd name="connsiteX61" fmla="*/ 4932538 w 5961980"/>
              <a:gd name="connsiteY61" fmla="*/ 5762036 h 6858000"/>
              <a:gd name="connsiteX62" fmla="*/ 4912550 w 5961980"/>
              <a:gd name="connsiteY62" fmla="*/ 6119065 h 6858000"/>
              <a:gd name="connsiteX63" fmla="*/ 4938052 w 5961980"/>
              <a:gd name="connsiteY63" fmla="*/ 6387182 h 6858000"/>
              <a:gd name="connsiteX64" fmla="*/ 5117256 w 5961980"/>
              <a:gd name="connsiteY64" fmla="*/ 6368572 h 6858000"/>
              <a:gd name="connsiteX65" fmla="*/ 5117256 w 5961980"/>
              <a:gd name="connsiteY65" fmla="*/ 6294134 h 6858000"/>
              <a:gd name="connsiteX66" fmla="*/ 5196519 w 5961980"/>
              <a:gd name="connsiteY66" fmla="*/ 6356166 h 6858000"/>
              <a:gd name="connsiteX67" fmla="*/ 5927120 w 5961980"/>
              <a:gd name="connsiteY67" fmla="*/ 6380290 h 6858000"/>
              <a:gd name="connsiteX68" fmla="*/ 5947798 w 5961980"/>
              <a:gd name="connsiteY68" fmla="*/ 6221763 h 6858000"/>
              <a:gd name="connsiteX69" fmla="*/ 5865088 w 5961980"/>
              <a:gd name="connsiteY69" fmla="*/ 6142500 h 6858000"/>
              <a:gd name="connsiteX70" fmla="*/ 5526668 w 5961980"/>
              <a:gd name="connsiteY70" fmla="*/ 6039802 h 6858000"/>
              <a:gd name="connsiteX71" fmla="*/ 5442580 w 5961980"/>
              <a:gd name="connsiteY71" fmla="*/ 5971566 h 6858000"/>
              <a:gd name="connsiteX72" fmla="*/ 5267512 w 5961980"/>
              <a:gd name="connsiteY72" fmla="*/ 5766171 h 6858000"/>
              <a:gd name="connsiteX73" fmla="*/ 5269579 w 5961980"/>
              <a:gd name="connsiteY73" fmla="*/ 5570425 h 6858000"/>
              <a:gd name="connsiteX74" fmla="*/ 5175842 w 5961980"/>
              <a:gd name="connsiteY74" fmla="*/ 4633050 h 6858000"/>
              <a:gd name="connsiteX75" fmla="*/ 5210993 w 5961980"/>
              <a:gd name="connsiteY75" fmla="*/ 4263614 h 6858000"/>
              <a:gd name="connsiteX76" fmla="*/ 5159989 w 5961980"/>
              <a:gd name="connsiteY76" fmla="*/ 4025135 h 6858000"/>
              <a:gd name="connsiteX77" fmla="*/ 4742995 w 5961980"/>
              <a:gd name="connsiteY77" fmla="*/ 3665348 h 6858000"/>
              <a:gd name="connsiteX78" fmla="*/ 4226061 w 5961980"/>
              <a:gd name="connsiteY78" fmla="*/ 3253179 h 6858000"/>
              <a:gd name="connsiteX79" fmla="*/ 4222615 w 5961980"/>
              <a:gd name="connsiteY79" fmla="*/ 3187701 h 6858000"/>
              <a:gd name="connsiteX80" fmla="*/ 4273619 w 5961980"/>
              <a:gd name="connsiteY80" fmla="*/ 3034688 h 6858000"/>
              <a:gd name="connsiteX81" fmla="*/ 4330826 w 5961980"/>
              <a:gd name="connsiteY81" fmla="*/ 2977481 h 6858000"/>
              <a:gd name="connsiteX82" fmla="*/ 4521747 w 5961980"/>
              <a:gd name="connsiteY82" fmla="*/ 2982305 h 6858000"/>
              <a:gd name="connsiteX83" fmla="*/ 5043507 w 5961980"/>
              <a:gd name="connsiteY83" fmla="*/ 3069840 h 6858000"/>
              <a:gd name="connsiteX84" fmla="*/ 5336436 w 5961980"/>
              <a:gd name="connsiteY84" fmla="*/ 2810683 h 6858000"/>
              <a:gd name="connsiteX85" fmla="*/ 5412942 w 5961980"/>
              <a:gd name="connsiteY85" fmla="*/ 2791384 h 6858000"/>
              <a:gd name="connsiteX86" fmla="*/ 5736199 w 5961980"/>
              <a:gd name="connsiteY86" fmla="*/ 2665941 h 6858000"/>
              <a:gd name="connsiteX87" fmla="*/ 5793406 w 5961980"/>
              <a:gd name="connsiteY87" fmla="*/ 2605288 h 6858000"/>
              <a:gd name="connsiteX88" fmla="*/ 5777554 w 5961980"/>
              <a:gd name="connsiteY88" fmla="*/ 2584610 h 6858000"/>
              <a:gd name="connsiteX89" fmla="*/ 5562509 w 5961980"/>
              <a:gd name="connsiteY89" fmla="*/ 2629411 h 6858000"/>
              <a:gd name="connsiteX90" fmla="*/ 5625920 w 5961980"/>
              <a:gd name="connsiteY90" fmla="*/ 2588057 h 6858000"/>
              <a:gd name="connsiteX91" fmla="*/ 5810638 w 5961980"/>
              <a:gd name="connsiteY91" fmla="*/ 2500522 h 6858000"/>
              <a:gd name="connsiteX92" fmla="*/ 5845789 w 5961980"/>
              <a:gd name="connsiteY92" fmla="*/ 2433665 h 6858000"/>
              <a:gd name="connsiteX93" fmla="*/ 5778932 w 5961980"/>
              <a:gd name="connsiteY93" fmla="*/ 2433665 h 6858000"/>
              <a:gd name="connsiteX94" fmla="*/ 5680370 w 5961980"/>
              <a:gd name="connsiteY94" fmla="*/ 2478466 h 6858000"/>
              <a:gd name="connsiteX95" fmla="*/ 5672099 w 5961980"/>
              <a:gd name="connsiteY95" fmla="*/ 2462614 h 6858000"/>
              <a:gd name="connsiteX96" fmla="*/ 5850614 w 5961980"/>
              <a:gd name="connsiteY96" fmla="*/ 2325454 h 6858000"/>
              <a:gd name="connsiteX97" fmla="*/ 5831315 w 5961980"/>
              <a:gd name="connsiteY97" fmla="*/ 2293748 h 6858000"/>
              <a:gd name="connsiteX98" fmla="*/ 5546656 w 5961980"/>
              <a:gd name="connsiteY98" fmla="*/ 2419191 h 6858000"/>
              <a:gd name="connsiteX99" fmla="*/ 5707251 w 5961980"/>
              <a:gd name="connsiteY99" fmla="*/ 2273071 h 6858000"/>
              <a:gd name="connsiteX100" fmla="*/ 5738956 w 5961980"/>
              <a:gd name="connsiteY100" fmla="*/ 2202768 h 6858000"/>
              <a:gd name="connsiteX101" fmla="*/ 5656247 w 5961980"/>
              <a:gd name="connsiteY101" fmla="*/ 2208971 h 6858000"/>
              <a:gd name="connsiteX102" fmla="*/ 5484624 w 5961980"/>
              <a:gd name="connsiteY102" fmla="*/ 2348888 h 6858000"/>
              <a:gd name="connsiteX103" fmla="*/ 5333679 w 5961980"/>
              <a:gd name="connsiteY103" fmla="*/ 2398514 h 6858000"/>
              <a:gd name="connsiteX104" fmla="*/ 5303353 w 5961980"/>
              <a:gd name="connsiteY104" fmla="*/ 2164859 h 6858000"/>
              <a:gd name="connsiteX105" fmla="*/ 5153786 w 5961980"/>
              <a:gd name="connsiteY105" fmla="*/ 2524646 h 6858000"/>
              <a:gd name="connsiteX106" fmla="*/ 5072455 w 5961980"/>
              <a:gd name="connsiteY106" fmla="*/ 2579096 h 6858000"/>
              <a:gd name="connsiteX107" fmla="*/ 4809852 w 5961980"/>
              <a:gd name="connsiteY107" fmla="*/ 2582543 h 6858000"/>
              <a:gd name="connsiteX108" fmla="*/ 4718872 w 5961980"/>
              <a:gd name="connsiteY108" fmla="*/ 2581164 h 6858000"/>
              <a:gd name="connsiteX109" fmla="*/ 4554831 w 5961980"/>
              <a:gd name="connsiteY109" fmla="*/ 2576339 h 6858000"/>
              <a:gd name="connsiteX110" fmla="*/ 4438349 w 5961980"/>
              <a:gd name="connsiteY110" fmla="*/ 2482602 h 6858000"/>
              <a:gd name="connsiteX111" fmla="*/ 4459026 w 5961980"/>
              <a:gd name="connsiteY111" fmla="*/ 2087664 h 6858000"/>
              <a:gd name="connsiteX112" fmla="*/ 4462472 w 5961980"/>
              <a:gd name="connsiteY112" fmla="*/ 1867794 h 6858000"/>
              <a:gd name="connsiteX113" fmla="*/ 4349436 w 5961980"/>
              <a:gd name="connsiteY113" fmla="*/ 1296409 h 6858000"/>
              <a:gd name="connsiteX114" fmla="*/ 4452823 w 5961980"/>
              <a:gd name="connsiteY114" fmla="*/ 1175791 h 6858000"/>
              <a:gd name="connsiteX115" fmla="*/ 4653393 w 5961980"/>
              <a:gd name="connsiteY115" fmla="*/ 1037252 h 6858000"/>
              <a:gd name="connsiteX116" fmla="*/ 4818813 w 5961980"/>
              <a:gd name="connsiteY116" fmla="*/ 900093 h 6858000"/>
              <a:gd name="connsiteX117" fmla="*/ 4823637 w 5961980"/>
              <a:gd name="connsiteY117" fmla="*/ 862184 h 6858000"/>
              <a:gd name="connsiteX118" fmla="*/ 4827083 w 5961980"/>
              <a:gd name="connsiteY118" fmla="*/ 553402 h 6858000"/>
              <a:gd name="connsiteX119" fmla="*/ 4842936 w 5961980"/>
              <a:gd name="connsiteY119" fmla="*/ 405214 h 6858000"/>
              <a:gd name="connsiteX120" fmla="*/ 4763673 w 5961980"/>
              <a:gd name="connsiteY120" fmla="*/ 143989 h 6858000"/>
              <a:gd name="connsiteX121" fmla="*/ 4494867 w 5961980"/>
              <a:gd name="connsiteY121" fmla="*/ 15100 h 6858000"/>
              <a:gd name="connsiteX122" fmla="*/ 4197112 w 5961980"/>
              <a:gd name="connsiteY122" fmla="*/ 73686 h 6858000"/>
              <a:gd name="connsiteX123" fmla="*/ 4009637 w 5961980"/>
              <a:gd name="connsiteY123" fmla="*/ 367994 h 6858000"/>
              <a:gd name="connsiteX124" fmla="*/ 3992406 w 5961980"/>
              <a:gd name="connsiteY124" fmla="*/ 724335 h 6858000"/>
              <a:gd name="connsiteX125" fmla="*/ 3947605 w 5961980"/>
              <a:gd name="connsiteY125" fmla="*/ 760865 h 6858000"/>
              <a:gd name="connsiteX126" fmla="*/ 3396897 w 5961980"/>
              <a:gd name="connsiteY126" fmla="*/ 705036 h 6858000"/>
              <a:gd name="connsiteX127" fmla="*/ 3078465 w 5961980"/>
              <a:gd name="connsiteY127" fmla="*/ 800841 h 6858000"/>
              <a:gd name="connsiteX128" fmla="*/ 2664918 w 5961980"/>
              <a:gd name="connsiteY128" fmla="*/ 810491 h 6858000"/>
              <a:gd name="connsiteX129" fmla="*/ 2494674 w 5961980"/>
              <a:gd name="connsiteY129" fmla="*/ 872523 h 6858000"/>
              <a:gd name="connsiteX130" fmla="*/ 2092154 w 5961980"/>
              <a:gd name="connsiteY130" fmla="*/ 1350170 h 6858000"/>
              <a:gd name="connsiteX131" fmla="*/ 1743395 w 5961980"/>
              <a:gd name="connsiteY131" fmla="*/ 1800248 h 6858000"/>
              <a:gd name="connsiteX132" fmla="*/ 1744774 w 5961980"/>
              <a:gd name="connsiteY132" fmla="*/ 1865726 h 6858000"/>
              <a:gd name="connsiteX133" fmla="*/ 1800603 w 5961980"/>
              <a:gd name="connsiteY133" fmla="*/ 1921555 h 6858000"/>
              <a:gd name="connsiteX134" fmla="*/ 1805428 w 5961980"/>
              <a:gd name="connsiteY134" fmla="*/ 2005644 h 6858000"/>
              <a:gd name="connsiteX135" fmla="*/ 1636562 w 5961980"/>
              <a:gd name="connsiteY135" fmla="*/ 2145561 h 6858000"/>
              <a:gd name="connsiteX136" fmla="*/ 1423585 w 5961980"/>
              <a:gd name="connsiteY136" fmla="*/ 1706511 h 6858000"/>
              <a:gd name="connsiteX137" fmla="*/ 1243692 w 5961980"/>
              <a:gd name="connsiteY137" fmla="*/ 1507318 h 6858000"/>
              <a:gd name="connsiteX138" fmla="*/ 1138926 w 5961980"/>
              <a:gd name="connsiteY138" fmla="*/ 1577622 h 6858000"/>
              <a:gd name="connsiteX139" fmla="*/ 18901 w 5961980"/>
              <a:gd name="connsiteY139" fmla="*/ 2269625 h 6858000"/>
              <a:gd name="connsiteX140" fmla="*/ 3049 w 5961980"/>
              <a:gd name="connsiteY140" fmla="*/ 2335103 h 6858000"/>
              <a:gd name="connsiteX141" fmla="*/ 104368 w 5961980"/>
              <a:gd name="connsiteY141" fmla="*/ 2552216 h 6858000"/>
              <a:gd name="connsiteX142" fmla="*/ 104368 w 5961980"/>
              <a:gd name="connsiteY142" fmla="*/ 2552216 h 6858000"/>
              <a:gd name="connsiteX143" fmla="*/ 1692391 w 5961980"/>
              <a:gd name="connsiteY143" fmla="*/ 2187605 h 6858000"/>
              <a:gd name="connsiteX144" fmla="*/ 1711690 w 5961980"/>
              <a:gd name="connsiteY144" fmla="*/ 2198633 h 6858000"/>
              <a:gd name="connsiteX145" fmla="*/ 1867460 w 5961980"/>
              <a:gd name="connsiteY145" fmla="*/ 2526714 h 6858000"/>
              <a:gd name="connsiteX146" fmla="*/ 1822659 w 5961980"/>
              <a:gd name="connsiteY146" fmla="*/ 2557041 h 6858000"/>
              <a:gd name="connsiteX147" fmla="*/ 1681363 w 5961980"/>
              <a:gd name="connsiteY147" fmla="*/ 2256529 h 6858000"/>
              <a:gd name="connsiteX148" fmla="*/ 1692391 w 5961980"/>
              <a:gd name="connsiteY148" fmla="*/ 2187605 h 6858000"/>
              <a:gd name="connsiteX149" fmla="*/ 1692391 w 5961980"/>
              <a:gd name="connsiteY149" fmla="*/ 21876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5961980" h="6858000">
                <a:moveTo>
                  <a:pt x="104368" y="2552216"/>
                </a:moveTo>
                <a:cubicBezTo>
                  <a:pt x="155372" y="2661806"/>
                  <a:pt x="204309" y="2773464"/>
                  <a:pt x="255313" y="2883054"/>
                </a:cubicBezTo>
                <a:cubicBezTo>
                  <a:pt x="429003" y="3264896"/>
                  <a:pt x="602004" y="3645360"/>
                  <a:pt x="775694" y="4027203"/>
                </a:cubicBezTo>
                <a:cubicBezTo>
                  <a:pt x="801196" y="4083032"/>
                  <a:pt x="903204" y="4119562"/>
                  <a:pt x="956965" y="4084410"/>
                </a:cubicBezTo>
                <a:cubicBezTo>
                  <a:pt x="1117560" y="3984469"/>
                  <a:pt x="1278154" y="3882461"/>
                  <a:pt x="1439438" y="3781831"/>
                </a:cubicBezTo>
                <a:cubicBezTo>
                  <a:pt x="1654483" y="3648117"/>
                  <a:pt x="1868838" y="3514404"/>
                  <a:pt x="2087329" y="3384136"/>
                </a:cubicBezTo>
                <a:cubicBezTo>
                  <a:pt x="2189338" y="3323482"/>
                  <a:pt x="2189338" y="3328307"/>
                  <a:pt x="2136955" y="3218717"/>
                </a:cubicBezTo>
                <a:cubicBezTo>
                  <a:pt x="2099046" y="3139454"/>
                  <a:pt x="2073544" y="3051919"/>
                  <a:pt x="2034947" y="2971967"/>
                </a:cubicBezTo>
                <a:cubicBezTo>
                  <a:pt x="1977739" y="2855484"/>
                  <a:pt x="1912261" y="2744515"/>
                  <a:pt x="1844025" y="2617005"/>
                </a:cubicBezTo>
                <a:cubicBezTo>
                  <a:pt x="1917085" y="2599774"/>
                  <a:pt x="1971536" y="2588057"/>
                  <a:pt x="2038393" y="2572204"/>
                </a:cubicBezTo>
                <a:cubicBezTo>
                  <a:pt x="2079748" y="2465371"/>
                  <a:pt x="2159011" y="2343374"/>
                  <a:pt x="2122481" y="2191740"/>
                </a:cubicBezTo>
                <a:cubicBezTo>
                  <a:pt x="2121102" y="2182090"/>
                  <a:pt x="2130752" y="2167616"/>
                  <a:pt x="2136955" y="2158656"/>
                </a:cubicBezTo>
                <a:cubicBezTo>
                  <a:pt x="2241721" y="2007711"/>
                  <a:pt x="2342351" y="1853320"/>
                  <a:pt x="2451941" y="1705132"/>
                </a:cubicBezTo>
                <a:cubicBezTo>
                  <a:pt x="2502945" y="1636897"/>
                  <a:pt x="2563599" y="1559012"/>
                  <a:pt x="2638037" y="1526617"/>
                </a:cubicBezTo>
                <a:cubicBezTo>
                  <a:pt x="2770372" y="1470788"/>
                  <a:pt x="2915114" y="1447354"/>
                  <a:pt x="3055031" y="1408756"/>
                </a:cubicBezTo>
                <a:cubicBezTo>
                  <a:pt x="3061234" y="1418406"/>
                  <a:pt x="3066059" y="1425987"/>
                  <a:pt x="3072262" y="1435637"/>
                </a:cubicBezTo>
                <a:cubicBezTo>
                  <a:pt x="3050206" y="1492844"/>
                  <a:pt x="3037111" y="1559701"/>
                  <a:pt x="3000581" y="1607259"/>
                </a:cubicBezTo>
                <a:cubicBezTo>
                  <a:pt x="2921317" y="1710646"/>
                  <a:pt x="2860664" y="1833332"/>
                  <a:pt x="2736599" y="1895364"/>
                </a:cubicBezTo>
                <a:cubicBezTo>
                  <a:pt x="2714544" y="1906392"/>
                  <a:pt x="2700069" y="1933273"/>
                  <a:pt x="2685595" y="1956018"/>
                </a:cubicBezTo>
                <a:cubicBezTo>
                  <a:pt x="2513973" y="2250326"/>
                  <a:pt x="2341661" y="2543256"/>
                  <a:pt x="2171417" y="2837564"/>
                </a:cubicBezTo>
                <a:cubicBezTo>
                  <a:pt x="2161768" y="2853416"/>
                  <a:pt x="2155565" y="2888568"/>
                  <a:pt x="2163147" y="2894771"/>
                </a:cubicBezTo>
                <a:cubicBezTo>
                  <a:pt x="2214151" y="2937504"/>
                  <a:pt x="2209326" y="3001604"/>
                  <a:pt x="2234828" y="3050541"/>
                </a:cubicBezTo>
                <a:cubicBezTo>
                  <a:pt x="2290657" y="3155306"/>
                  <a:pt x="2317538" y="3271789"/>
                  <a:pt x="2400247" y="3365526"/>
                </a:cubicBezTo>
                <a:cubicBezTo>
                  <a:pt x="2473307" y="3446857"/>
                  <a:pt x="2540164" y="3513714"/>
                  <a:pt x="2658025" y="3505443"/>
                </a:cubicBezTo>
                <a:cubicBezTo>
                  <a:pt x="2673878" y="3594356"/>
                  <a:pt x="2707651" y="3670862"/>
                  <a:pt x="2691109" y="3768046"/>
                </a:cubicBezTo>
                <a:cubicBezTo>
                  <a:pt x="2648376" y="4036852"/>
                  <a:pt x="2629077" y="4309105"/>
                  <a:pt x="2600129" y="4579978"/>
                </a:cubicBezTo>
                <a:cubicBezTo>
                  <a:pt x="2546367" y="4594452"/>
                  <a:pt x="2498120" y="4605481"/>
                  <a:pt x="2482267" y="4634429"/>
                </a:cubicBezTo>
                <a:cubicBezTo>
                  <a:pt x="2411964" y="4753669"/>
                  <a:pt x="2287900" y="4810876"/>
                  <a:pt x="2179688" y="4865326"/>
                </a:cubicBezTo>
                <a:cubicBezTo>
                  <a:pt x="2021851" y="4944589"/>
                  <a:pt x="1904679" y="5056247"/>
                  <a:pt x="1788197" y="5180312"/>
                </a:cubicBezTo>
                <a:cubicBezTo>
                  <a:pt x="1755113" y="5216842"/>
                  <a:pt x="1711690" y="5247169"/>
                  <a:pt x="1668957" y="5269225"/>
                </a:cubicBezTo>
                <a:cubicBezTo>
                  <a:pt x="1522837" y="5344352"/>
                  <a:pt x="1371202" y="5412588"/>
                  <a:pt x="1225082" y="5487026"/>
                </a:cubicBezTo>
                <a:cubicBezTo>
                  <a:pt x="1137548" y="5529760"/>
                  <a:pt x="1059663" y="5580764"/>
                  <a:pt x="950073" y="5563533"/>
                </a:cubicBezTo>
                <a:cubicBezTo>
                  <a:pt x="881838" y="5552505"/>
                  <a:pt x="806710" y="5585588"/>
                  <a:pt x="735028" y="5601441"/>
                </a:cubicBezTo>
                <a:cubicBezTo>
                  <a:pt x="720554" y="5604888"/>
                  <a:pt x="706080" y="5623497"/>
                  <a:pt x="697120" y="5637971"/>
                </a:cubicBezTo>
                <a:cubicBezTo>
                  <a:pt x="665414" y="5688975"/>
                  <a:pt x="669550" y="5990176"/>
                  <a:pt x="722622" y="6007407"/>
                </a:cubicBezTo>
                <a:cubicBezTo>
                  <a:pt x="856335" y="6050830"/>
                  <a:pt x="763976" y="6125269"/>
                  <a:pt x="760530" y="6177651"/>
                </a:cubicBezTo>
                <a:cubicBezTo>
                  <a:pt x="744678" y="6424401"/>
                  <a:pt x="843240" y="6624972"/>
                  <a:pt x="1001077" y="6801419"/>
                </a:cubicBezTo>
                <a:cubicBezTo>
                  <a:pt x="1027958" y="6831746"/>
                  <a:pt x="1093436" y="6869654"/>
                  <a:pt x="1114114" y="6858626"/>
                </a:cubicBezTo>
                <a:cubicBezTo>
                  <a:pt x="1155468" y="6834503"/>
                  <a:pt x="1184417" y="6780742"/>
                  <a:pt x="1206473" y="6733183"/>
                </a:cubicBezTo>
                <a:cubicBezTo>
                  <a:pt x="1217501" y="6711128"/>
                  <a:pt x="1211297" y="6675976"/>
                  <a:pt x="1205094" y="6647028"/>
                </a:cubicBezTo>
                <a:cubicBezTo>
                  <a:pt x="1174767" y="6508489"/>
                  <a:pt x="1167186" y="6372019"/>
                  <a:pt x="1217501" y="6236237"/>
                </a:cubicBezTo>
                <a:cubicBezTo>
                  <a:pt x="1244381" y="6163177"/>
                  <a:pt x="1269883" y="6088049"/>
                  <a:pt x="1292628" y="6021192"/>
                </a:cubicBezTo>
                <a:cubicBezTo>
                  <a:pt x="1404286" y="6088049"/>
                  <a:pt x="1517323" y="6158352"/>
                  <a:pt x="1644144" y="6234169"/>
                </a:cubicBezTo>
                <a:cubicBezTo>
                  <a:pt x="1669646" y="6170759"/>
                  <a:pt x="1685499" y="6127336"/>
                  <a:pt x="1704798" y="6085981"/>
                </a:cubicBezTo>
                <a:cubicBezTo>
                  <a:pt x="1752356" y="5988797"/>
                  <a:pt x="1782682" y="5875761"/>
                  <a:pt x="1854364" y="5802701"/>
                </a:cubicBezTo>
                <a:cubicBezTo>
                  <a:pt x="1937074" y="5719991"/>
                  <a:pt x="2051488" y="5662784"/>
                  <a:pt x="2161768" y="5616605"/>
                </a:cubicBezTo>
                <a:cubicBezTo>
                  <a:pt x="2332012" y="5544923"/>
                  <a:pt x="2510527" y="5493919"/>
                  <a:pt x="2683527" y="5433265"/>
                </a:cubicBezTo>
                <a:cubicBezTo>
                  <a:pt x="2823444" y="5385707"/>
                  <a:pt x="2957158" y="5329878"/>
                  <a:pt x="3032286" y="5191340"/>
                </a:cubicBezTo>
                <a:cubicBezTo>
                  <a:pt x="3141876" y="4992148"/>
                  <a:pt x="3250088" y="4793645"/>
                  <a:pt x="3356921" y="4594452"/>
                </a:cubicBezTo>
                <a:cubicBezTo>
                  <a:pt x="3458929" y="4403531"/>
                  <a:pt x="3528543" y="4198136"/>
                  <a:pt x="3667082" y="4026514"/>
                </a:cubicBezTo>
                <a:cubicBezTo>
                  <a:pt x="3703612" y="3980334"/>
                  <a:pt x="3725668" y="3983780"/>
                  <a:pt x="3770469" y="4004458"/>
                </a:cubicBezTo>
                <a:cubicBezTo>
                  <a:pt x="3848353" y="4039609"/>
                  <a:pt x="3929685" y="4074761"/>
                  <a:pt x="4011016" y="4098195"/>
                </a:cubicBezTo>
                <a:cubicBezTo>
                  <a:pt x="4131634" y="4134725"/>
                  <a:pt x="4259145" y="4149199"/>
                  <a:pt x="4375627" y="4195379"/>
                </a:cubicBezTo>
                <a:cubicBezTo>
                  <a:pt x="4469365" y="4233288"/>
                  <a:pt x="4590672" y="4270507"/>
                  <a:pt x="4574819" y="4418006"/>
                </a:cubicBezTo>
                <a:cubicBezTo>
                  <a:pt x="4573441" y="4433858"/>
                  <a:pt x="4594118" y="4453157"/>
                  <a:pt x="4605146" y="4470388"/>
                </a:cubicBezTo>
                <a:cubicBezTo>
                  <a:pt x="4616174" y="4489687"/>
                  <a:pt x="4634094" y="4508297"/>
                  <a:pt x="4640298" y="4528974"/>
                </a:cubicBezTo>
                <a:cubicBezTo>
                  <a:pt x="4662354" y="4606859"/>
                  <a:pt x="4676828" y="4688190"/>
                  <a:pt x="4700951" y="4766075"/>
                </a:cubicBezTo>
                <a:cubicBezTo>
                  <a:pt x="4716804" y="4817079"/>
                  <a:pt x="4749198" y="4858434"/>
                  <a:pt x="4711290" y="4903235"/>
                </a:cubicBezTo>
                <a:cubicBezTo>
                  <a:pt x="4694059" y="4922534"/>
                  <a:pt x="4696816" y="4968713"/>
                  <a:pt x="4705087" y="4996972"/>
                </a:cubicBezTo>
                <a:cubicBezTo>
                  <a:pt x="4734035" y="5096913"/>
                  <a:pt x="4745752" y="5196164"/>
                  <a:pt x="4776079" y="5296105"/>
                </a:cubicBezTo>
                <a:cubicBezTo>
                  <a:pt x="4801581" y="5383639"/>
                  <a:pt x="4836044" y="5677259"/>
                  <a:pt x="4862924" y="5763414"/>
                </a:cubicBezTo>
                <a:cubicBezTo>
                  <a:pt x="4877398" y="5808215"/>
                  <a:pt x="4922889" y="5717924"/>
                  <a:pt x="4932538" y="5762036"/>
                </a:cubicBezTo>
                <a:cubicBezTo>
                  <a:pt x="4964243" y="5906777"/>
                  <a:pt x="4958729" y="5970877"/>
                  <a:pt x="4912550" y="6119065"/>
                </a:cubicBezTo>
                <a:cubicBezTo>
                  <a:pt x="4896697" y="6171448"/>
                  <a:pt x="4936673" y="6327907"/>
                  <a:pt x="4938052" y="6387182"/>
                </a:cubicBezTo>
                <a:lnTo>
                  <a:pt x="5117256" y="6368572"/>
                </a:lnTo>
                <a:cubicBezTo>
                  <a:pt x="5117256" y="6368572"/>
                  <a:pt x="5117256" y="6335489"/>
                  <a:pt x="5117256" y="6294134"/>
                </a:cubicBezTo>
                <a:cubicBezTo>
                  <a:pt x="5158611" y="6283795"/>
                  <a:pt x="5117256" y="6299648"/>
                  <a:pt x="5196519" y="6356166"/>
                </a:cubicBezTo>
                <a:cubicBezTo>
                  <a:pt x="5317827" y="6368572"/>
                  <a:pt x="5459122" y="6432672"/>
                  <a:pt x="5927120" y="6380290"/>
                </a:cubicBezTo>
                <a:cubicBezTo>
                  <a:pt x="5975368" y="6366505"/>
                  <a:pt x="5967786" y="6283106"/>
                  <a:pt x="5947798" y="6221763"/>
                </a:cubicBezTo>
                <a:cubicBezTo>
                  <a:pt x="5938148" y="6191436"/>
                  <a:pt x="5898172" y="6139053"/>
                  <a:pt x="5865088" y="6142500"/>
                </a:cubicBezTo>
                <a:cubicBezTo>
                  <a:pt x="5710697" y="6153527"/>
                  <a:pt x="5641083" y="6149392"/>
                  <a:pt x="5526668" y="6039802"/>
                </a:cubicBezTo>
                <a:cubicBezTo>
                  <a:pt x="5499788" y="6014300"/>
                  <a:pt x="5474286" y="5981216"/>
                  <a:pt x="5442580" y="5971566"/>
                </a:cubicBezTo>
                <a:cubicBezTo>
                  <a:pt x="5334369" y="5942618"/>
                  <a:pt x="5297839" y="5853705"/>
                  <a:pt x="5267512" y="5766171"/>
                </a:cubicBezTo>
                <a:cubicBezTo>
                  <a:pt x="5237185" y="5678637"/>
                  <a:pt x="5288189" y="5662784"/>
                  <a:pt x="5269579" y="5570425"/>
                </a:cubicBezTo>
                <a:cubicBezTo>
                  <a:pt x="5210993" y="5285766"/>
                  <a:pt x="5162746" y="4919088"/>
                  <a:pt x="5175842" y="4633050"/>
                </a:cubicBezTo>
                <a:cubicBezTo>
                  <a:pt x="5182045" y="4510364"/>
                  <a:pt x="5208926" y="4387679"/>
                  <a:pt x="5210993" y="4263614"/>
                </a:cubicBezTo>
                <a:cubicBezTo>
                  <a:pt x="5210993" y="4182283"/>
                  <a:pt x="5204790" y="4083721"/>
                  <a:pt x="5159989" y="4025135"/>
                </a:cubicBezTo>
                <a:cubicBezTo>
                  <a:pt x="5048331" y="3876947"/>
                  <a:pt x="4896008" y="3770803"/>
                  <a:pt x="4742995" y="3665348"/>
                </a:cubicBezTo>
                <a:cubicBezTo>
                  <a:pt x="4561723" y="3539906"/>
                  <a:pt x="4396304" y="3393096"/>
                  <a:pt x="4226061" y="3253179"/>
                </a:cubicBezTo>
                <a:cubicBezTo>
                  <a:pt x="4215033" y="3243530"/>
                  <a:pt x="4217790" y="3208378"/>
                  <a:pt x="4222615" y="3187701"/>
                </a:cubicBezTo>
                <a:cubicBezTo>
                  <a:pt x="4237089" y="3136697"/>
                  <a:pt x="4263969" y="3087760"/>
                  <a:pt x="4273619" y="3034688"/>
                </a:cubicBezTo>
                <a:cubicBezTo>
                  <a:pt x="4279822" y="2996780"/>
                  <a:pt x="4290850" y="2977481"/>
                  <a:pt x="4330826" y="2977481"/>
                </a:cubicBezTo>
                <a:cubicBezTo>
                  <a:pt x="4394237" y="2978859"/>
                  <a:pt x="4458336" y="2972656"/>
                  <a:pt x="4521747" y="2982305"/>
                </a:cubicBezTo>
                <a:cubicBezTo>
                  <a:pt x="4696816" y="3007808"/>
                  <a:pt x="4871884" y="3039513"/>
                  <a:pt x="5043507" y="3069840"/>
                </a:cubicBezTo>
                <a:cubicBezTo>
                  <a:pt x="5091065" y="2925098"/>
                  <a:pt x="5142069" y="2787938"/>
                  <a:pt x="5336436" y="2810683"/>
                </a:cubicBezTo>
                <a:cubicBezTo>
                  <a:pt x="5360560" y="2814129"/>
                  <a:pt x="5387441" y="2801034"/>
                  <a:pt x="5412942" y="2791384"/>
                </a:cubicBezTo>
                <a:cubicBezTo>
                  <a:pt x="5521154" y="2750030"/>
                  <a:pt x="5629366" y="2710053"/>
                  <a:pt x="5736199" y="2665941"/>
                </a:cubicBezTo>
                <a:cubicBezTo>
                  <a:pt x="5760323" y="2656292"/>
                  <a:pt x="5774108" y="2625965"/>
                  <a:pt x="5793406" y="2605288"/>
                </a:cubicBezTo>
                <a:cubicBezTo>
                  <a:pt x="5788582" y="2599084"/>
                  <a:pt x="5782379" y="2590814"/>
                  <a:pt x="5777554" y="2584610"/>
                </a:cubicBezTo>
                <a:cubicBezTo>
                  <a:pt x="5714143" y="2599084"/>
                  <a:pt x="5648665" y="2611491"/>
                  <a:pt x="5562509" y="2629411"/>
                </a:cubicBezTo>
                <a:cubicBezTo>
                  <a:pt x="5595593" y="2607356"/>
                  <a:pt x="5608689" y="2596328"/>
                  <a:pt x="5625920" y="2588057"/>
                </a:cubicBezTo>
                <a:cubicBezTo>
                  <a:pt x="5687952" y="2557730"/>
                  <a:pt x="5751363" y="2533606"/>
                  <a:pt x="5810638" y="2500522"/>
                </a:cubicBezTo>
                <a:cubicBezTo>
                  <a:pt x="5829936" y="2489494"/>
                  <a:pt x="5834761" y="2455721"/>
                  <a:pt x="5845789" y="2433665"/>
                </a:cubicBezTo>
                <a:cubicBezTo>
                  <a:pt x="5823733" y="2433665"/>
                  <a:pt x="5799610" y="2427462"/>
                  <a:pt x="5778932" y="2433665"/>
                </a:cubicBezTo>
                <a:cubicBezTo>
                  <a:pt x="5745849" y="2444693"/>
                  <a:pt x="5713454" y="2463992"/>
                  <a:pt x="5680370" y="2478466"/>
                </a:cubicBezTo>
                <a:cubicBezTo>
                  <a:pt x="5676924" y="2473642"/>
                  <a:pt x="5675546" y="2468817"/>
                  <a:pt x="5672099" y="2462614"/>
                </a:cubicBezTo>
                <a:cubicBezTo>
                  <a:pt x="5730685" y="2416434"/>
                  <a:pt x="5789960" y="2371633"/>
                  <a:pt x="5850614" y="2325454"/>
                </a:cubicBezTo>
                <a:cubicBezTo>
                  <a:pt x="5844411" y="2314426"/>
                  <a:pt x="5838207" y="2303398"/>
                  <a:pt x="5831315" y="2293748"/>
                </a:cubicBezTo>
                <a:cubicBezTo>
                  <a:pt x="5716900" y="2284099"/>
                  <a:pt x="5646597" y="2387486"/>
                  <a:pt x="5546656" y="2419191"/>
                </a:cubicBezTo>
                <a:cubicBezTo>
                  <a:pt x="5597661" y="2366809"/>
                  <a:pt x="5654868" y="2322008"/>
                  <a:pt x="5707251" y="2273071"/>
                </a:cubicBezTo>
                <a:cubicBezTo>
                  <a:pt x="5724482" y="2257219"/>
                  <a:pt x="5727928" y="2226892"/>
                  <a:pt x="5738956" y="2202768"/>
                </a:cubicBezTo>
                <a:cubicBezTo>
                  <a:pt x="5710008" y="2204146"/>
                  <a:pt x="5675546" y="2194497"/>
                  <a:pt x="5656247" y="2208971"/>
                </a:cubicBezTo>
                <a:cubicBezTo>
                  <a:pt x="5595593" y="2250326"/>
                  <a:pt x="5541832" y="2302709"/>
                  <a:pt x="5484624" y="2348888"/>
                </a:cubicBezTo>
                <a:cubicBezTo>
                  <a:pt x="5441891" y="2384040"/>
                  <a:pt x="5400536" y="2430219"/>
                  <a:pt x="5333679" y="2398514"/>
                </a:cubicBezTo>
                <a:cubicBezTo>
                  <a:pt x="5373656" y="2248947"/>
                  <a:pt x="5364006" y="2194497"/>
                  <a:pt x="5303353" y="2164859"/>
                </a:cubicBezTo>
                <a:cubicBezTo>
                  <a:pt x="5253727" y="2284099"/>
                  <a:pt x="5207547" y="2406785"/>
                  <a:pt x="5153786" y="2524646"/>
                </a:cubicBezTo>
                <a:cubicBezTo>
                  <a:pt x="5142758" y="2550148"/>
                  <a:pt x="5101403" y="2575650"/>
                  <a:pt x="5072455" y="2579096"/>
                </a:cubicBezTo>
                <a:cubicBezTo>
                  <a:pt x="4984921" y="2585300"/>
                  <a:pt x="4897386" y="2582543"/>
                  <a:pt x="4809852" y="2582543"/>
                </a:cubicBezTo>
                <a:cubicBezTo>
                  <a:pt x="4779525" y="2582543"/>
                  <a:pt x="4749198" y="2582543"/>
                  <a:pt x="4718872" y="2581164"/>
                </a:cubicBezTo>
                <a:cubicBezTo>
                  <a:pt x="4665110" y="2579786"/>
                  <a:pt x="4609282" y="2570136"/>
                  <a:pt x="4554831" y="2576339"/>
                </a:cubicBezTo>
                <a:cubicBezTo>
                  <a:pt x="4499002" y="2584610"/>
                  <a:pt x="4435591" y="2536363"/>
                  <a:pt x="4438349" y="2482602"/>
                </a:cubicBezTo>
                <a:cubicBezTo>
                  <a:pt x="4446620" y="2350267"/>
                  <a:pt x="4452823" y="2218621"/>
                  <a:pt x="4459026" y="2087664"/>
                </a:cubicBezTo>
                <a:cubicBezTo>
                  <a:pt x="4462472" y="2014604"/>
                  <a:pt x="4474878" y="1939476"/>
                  <a:pt x="4462472" y="1867794"/>
                </a:cubicBezTo>
                <a:cubicBezTo>
                  <a:pt x="4430767" y="1676873"/>
                  <a:pt x="4387344" y="1487330"/>
                  <a:pt x="4349436" y="1296409"/>
                </a:cubicBezTo>
                <a:cubicBezTo>
                  <a:pt x="4330137" y="1197847"/>
                  <a:pt x="4357707" y="1172345"/>
                  <a:pt x="4452823" y="1175791"/>
                </a:cubicBezTo>
                <a:cubicBezTo>
                  <a:pt x="4572062" y="1179237"/>
                  <a:pt x="4602389" y="1146843"/>
                  <a:pt x="4653393" y="1037252"/>
                </a:cubicBezTo>
                <a:cubicBezTo>
                  <a:pt x="4683720" y="971774"/>
                  <a:pt x="4725075" y="902160"/>
                  <a:pt x="4818813" y="900093"/>
                </a:cubicBezTo>
                <a:cubicBezTo>
                  <a:pt x="4820191" y="887686"/>
                  <a:pt x="4827083" y="873212"/>
                  <a:pt x="4823637" y="862184"/>
                </a:cubicBezTo>
                <a:cubicBezTo>
                  <a:pt x="4794689" y="758797"/>
                  <a:pt x="4806406" y="656789"/>
                  <a:pt x="4827083" y="553402"/>
                </a:cubicBezTo>
                <a:cubicBezTo>
                  <a:pt x="4836733" y="503776"/>
                  <a:pt x="4827083" y="451393"/>
                  <a:pt x="4842936" y="405214"/>
                </a:cubicBezTo>
                <a:cubicBezTo>
                  <a:pt x="4878088" y="297002"/>
                  <a:pt x="4858789" y="203265"/>
                  <a:pt x="4763673" y="143989"/>
                </a:cubicBezTo>
                <a:cubicBezTo>
                  <a:pt x="4679585" y="91607"/>
                  <a:pt x="4588604" y="45427"/>
                  <a:pt x="4494867" y="15100"/>
                </a:cubicBezTo>
                <a:cubicBezTo>
                  <a:pt x="4390101" y="-20051"/>
                  <a:pt x="4291539" y="8897"/>
                  <a:pt x="4197112" y="73686"/>
                </a:cubicBezTo>
                <a:cubicBezTo>
                  <a:pt x="4092347" y="146746"/>
                  <a:pt x="4050992" y="259783"/>
                  <a:pt x="4009637" y="367994"/>
                </a:cubicBezTo>
                <a:cubicBezTo>
                  <a:pt x="3966904" y="479652"/>
                  <a:pt x="3946226" y="598892"/>
                  <a:pt x="3992406" y="724335"/>
                </a:cubicBezTo>
                <a:cubicBezTo>
                  <a:pt x="3981378" y="733984"/>
                  <a:pt x="3963458" y="748458"/>
                  <a:pt x="3947605" y="760865"/>
                </a:cubicBezTo>
                <a:cubicBezTo>
                  <a:pt x="3778740" y="609920"/>
                  <a:pt x="3525786" y="573390"/>
                  <a:pt x="3396897" y="705036"/>
                </a:cubicBezTo>
                <a:cubicBezTo>
                  <a:pt x="3301092" y="803598"/>
                  <a:pt x="3181852" y="776717"/>
                  <a:pt x="3078465" y="800841"/>
                </a:cubicBezTo>
                <a:cubicBezTo>
                  <a:pt x="2946130" y="831168"/>
                  <a:pt x="2801389" y="802220"/>
                  <a:pt x="2664918" y="810491"/>
                </a:cubicBezTo>
                <a:cubicBezTo>
                  <a:pt x="2606332" y="813937"/>
                  <a:pt x="2531204" y="831168"/>
                  <a:pt x="2494674" y="872523"/>
                </a:cubicBezTo>
                <a:cubicBezTo>
                  <a:pt x="2353379" y="1025535"/>
                  <a:pt x="2222422" y="1187508"/>
                  <a:pt x="2092154" y="1350170"/>
                </a:cubicBezTo>
                <a:cubicBezTo>
                  <a:pt x="1972914" y="1498358"/>
                  <a:pt x="1858500" y="1647925"/>
                  <a:pt x="1743395" y="1800248"/>
                </a:cubicBezTo>
                <a:cubicBezTo>
                  <a:pt x="1732368" y="1814722"/>
                  <a:pt x="1735124" y="1847806"/>
                  <a:pt x="1744774" y="1865726"/>
                </a:cubicBezTo>
                <a:cubicBezTo>
                  <a:pt x="1755802" y="1887782"/>
                  <a:pt x="1777858" y="1907081"/>
                  <a:pt x="1800603" y="1921555"/>
                </a:cubicBezTo>
                <a:cubicBezTo>
                  <a:pt x="1841958" y="1950504"/>
                  <a:pt x="1843336" y="1976006"/>
                  <a:pt x="1805428" y="2005644"/>
                </a:cubicBezTo>
                <a:cubicBezTo>
                  <a:pt x="1749599" y="2051823"/>
                  <a:pt x="1693770" y="2098003"/>
                  <a:pt x="1636562" y="2145561"/>
                </a:cubicBezTo>
                <a:cubicBezTo>
                  <a:pt x="1563502" y="1995994"/>
                  <a:pt x="1482171" y="1856077"/>
                  <a:pt x="1423585" y="1706511"/>
                </a:cubicBezTo>
                <a:cubicBezTo>
                  <a:pt x="1385677" y="1612773"/>
                  <a:pt x="1326401" y="1550741"/>
                  <a:pt x="1243692" y="1507318"/>
                </a:cubicBezTo>
                <a:cubicBezTo>
                  <a:pt x="1208540" y="1531442"/>
                  <a:pt x="1173389" y="1554876"/>
                  <a:pt x="1138926" y="1577622"/>
                </a:cubicBezTo>
                <a:cubicBezTo>
                  <a:pt x="760530" y="1805073"/>
                  <a:pt x="387648" y="2035970"/>
                  <a:pt x="18901" y="2269625"/>
                </a:cubicBezTo>
                <a:cubicBezTo>
                  <a:pt x="4427" y="2279274"/>
                  <a:pt x="-5222" y="2317183"/>
                  <a:pt x="3049" y="2335103"/>
                </a:cubicBezTo>
                <a:cubicBezTo>
                  <a:pt x="31308" y="2410231"/>
                  <a:pt x="71284" y="2480534"/>
                  <a:pt x="104368" y="2552216"/>
                </a:cubicBezTo>
                <a:lnTo>
                  <a:pt x="104368" y="2552216"/>
                </a:lnTo>
                <a:close/>
                <a:moveTo>
                  <a:pt x="1692391" y="2187605"/>
                </a:moveTo>
                <a:cubicBezTo>
                  <a:pt x="1698594" y="2191051"/>
                  <a:pt x="1704798" y="2193808"/>
                  <a:pt x="1711690" y="2198633"/>
                </a:cubicBezTo>
                <a:cubicBezTo>
                  <a:pt x="1762694" y="2305466"/>
                  <a:pt x="1813699" y="2411610"/>
                  <a:pt x="1867460" y="2526714"/>
                </a:cubicBezTo>
                <a:cubicBezTo>
                  <a:pt x="1868838" y="2525335"/>
                  <a:pt x="1851607" y="2537742"/>
                  <a:pt x="1822659" y="2557041"/>
                </a:cubicBezTo>
                <a:cubicBezTo>
                  <a:pt x="1773033" y="2453654"/>
                  <a:pt x="1725475" y="2356470"/>
                  <a:pt x="1681363" y="2256529"/>
                </a:cubicBezTo>
                <a:cubicBezTo>
                  <a:pt x="1673782" y="2238609"/>
                  <a:pt x="1687567" y="2210350"/>
                  <a:pt x="1692391" y="2187605"/>
                </a:cubicBezTo>
                <a:lnTo>
                  <a:pt x="1692391" y="2187605"/>
                </a:lnTo>
                <a:close/>
              </a:path>
            </a:pathLst>
          </a:custGeom>
          <a:solidFill>
            <a:srgbClr val="FF3399"/>
          </a:solidFill>
          <a:ln w="68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156C34A-9804-424D-8DA9-02CF4B16B879}"/>
              </a:ext>
            </a:extLst>
          </p:cNvPr>
          <p:cNvSpPr/>
          <p:nvPr userDrawn="1"/>
        </p:nvSpPr>
        <p:spPr>
          <a:xfrm>
            <a:off x="0" y="0"/>
            <a:ext cx="12192000" cy="196938"/>
          </a:xfrm>
          <a:prstGeom prst="rect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3515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B6E8F26-EC7D-4282-BAB0-0625BD7D33C0}"/>
              </a:ext>
            </a:extLst>
          </p:cNvPr>
          <p:cNvSpPr/>
          <p:nvPr userDrawn="1"/>
        </p:nvSpPr>
        <p:spPr>
          <a:xfrm rot="5400000">
            <a:off x="-1257300" y="1257299"/>
            <a:ext cx="6858000" cy="4343400"/>
          </a:xfrm>
          <a:prstGeom prst="rect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6A07A7-A9D2-459D-97B1-D4DBF5ED3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98" y="2766217"/>
            <a:ext cx="4061604" cy="1325563"/>
          </a:xfrm>
        </p:spPr>
        <p:txBody>
          <a:bodyPr/>
          <a:lstStyle>
            <a:lvl1pPr>
              <a:defRPr>
                <a:latin typeface="Anton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62E7A-8173-4C9F-8916-5431BFAEC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9640" y="483079"/>
            <a:ext cx="6986402" cy="5946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573602-6DDF-498E-B672-DB8405998058}"/>
              </a:ext>
            </a:extLst>
          </p:cNvPr>
          <p:cNvSpPr/>
          <p:nvPr userDrawn="1"/>
        </p:nvSpPr>
        <p:spPr>
          <a:xfrm rot="5400000">
            <a:off x="8671560" y="3337560"/>
            <a:ext cx="6858000" cy="182880"/>
          </a:xfrm>
          <a:prstGeom prst="rect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8D20B7F5-C3B7-4DCF-AD67-062122D4F474}"/>
              </a:ext>
            </a:extLst>
          </p:cNvPr>
          <p:cNvSpPr/>
          <p:nvPr userDrawn="1"/>
        </p:nvSpPr>
        <p:spPr>
          <a:xfrm rot="16200000">
            <a:off x="4077615" y="3323527"/>
            <a:ext cx="282633" cy="266007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96361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428B305-ED7A-4154-B9BF-09EED7158A52}"/>
              </a:ext>
            </a:extLst>
          </p:cNvPr>
          <p:cNvSpPr/>
          <p:nvPr userDrawn="1"/>
        </p:nvSpPr>
        <p:spPr>
          <a:xfrm>
            <a:off x="-1" y="6581545"/>
            <a:ext cx="12192000" cy="276455"/>
          </a:xfrm>
          <a:prstGeom prst="rect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5E723C45-DC9B-4D6B-968F-B04B2870D3F0}"/>
              </a:ext>
            </a:extLst>
          </p:cNvPr>
          <p:cNvSpPr/>
          <p:nvPr userDrawn="1"/>
        </p:nvSpPr>
        <p:spPr>
          <a:xfrm rot="10800000">
            <a:off x="5954683" y="195176"/>
            <a:ext cx="282633" cy="266007"/>
          </a:xfrm>
          <a:prstGeom prst="triangle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6A07A7-A9D2-459D-97B1-D4DBF5ED3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00"/>
            <a:ext cx="10515600" cy="1325563"/>
          </a:xfrm>
        </p:spPr>
        <p:txBody>
          <a:bodyPr/>
          <a:lstStyle>
            <a:lvl1pPr>
              <a:defRPr>
                <a:latin typeface="Anton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62E7A-8173-4C9F-8916-5431BFAEC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43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156C34A-9804-424D-8DA9-02CF4B16B879}"/>
              </a:ext>
            </a:extLst>
          </p:cNvPr>
          <p:cNvSpPr/>
          <p:nvPr userDrawn="1"/>
        </p:nvSpPr>
        <p:spPr>
          <a:xfrm>
            <a:off x="0" y="0"/>
            <a:ext cx="12192000" cy="196938"/>
          </a:xfrm>
          <a:prstGeom prst="rect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4D74201-8986-42DD-BE5C-74DD552D64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63027" y="4302894"/>
            <a:ext cx="811045" cy="227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3692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B6E8F26-EC7D-4282-BAB0-0625BD7D33C0}"/>
              </a:ext>
            </a:extLst>
          </p:cNvPr>
          <p:cNvSpPr/>
          <p:nvPr userDrawn="1"/>
        </p:nvSpPr>
        <p:spPr>
          <a:xfrm rot="5400000">
            <a:off x="-1257300" y="1257299"/>
            <a:ext cx="6858000" cy="4343400"/>
          </a:xfrm>
          <a:prstGeom prst="rect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6A07A7-A9D2-459D-97B1-D4DBF5ED3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98" y="483079"/>
            <a:ext cx="4061604" cy="1325563"/>
          </a:xfrm>
        </p:spPr>
        <p:txBody>
          <a:bodyPr/>
          <a:lstStyle>
            <a:lvl1pPr>
              <a:defRPr>
                <a:latin typeface="Anton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62E7A-8173-4C9F-8916-5431BFAEC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9640" y="483079"/>
            <a:ext cx="6986402" cy="5946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573602-6DDF-498E-B672-DB8405998058}"/>
              </a:ext>
            </a:extLst>
          </p:cNvPr>
          <p:cNvSpPr/>
          <p:nvPr userDrawn="1"/>
        </p:nvSpPr>
        <p:spPr>
          <a:xfrm rot="5400000">
            <a:off x="8671560" y="3337560"/>
            <a:ext cx="6858000" cy="182880"/>
          </a:xfrm>
          <a:prstGeom prst="rect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8D20B7F5-C3B7-4DCF-AD67-062122D4F474}"/>
              </a:ext>
            </a:extLst>
          </p:cNvPr>
          <p:cNvSpPr/>
          <p:nvPr userDrawn="1"/>
        </p:nvSpPr>
        <p:spPr>
          <a:xfrm rot="16200000">
            <a:off x="4077615" y="3323527"/>
            <a:ext cx="282633" cy="266007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F98AFC8-19C8-4A80-9648-6590773A86FD}"/>
              </a:ext>
            </a:extLst>
          </p:cNvPr>
          <p:cNvGrpSpPr/>
          <p:nvPr userDrawn="1"/>
        </p:nvGrpSpPr>
        <p:grpSpPr>
          <a:xfrm>
            <a:off x="3310287" y="4291434"/>
            <a:ext cx="1002633" cy="2541849"/>
            <a:chOff x="953311" y="1053817"/>
            <a:chExt cx="2100413" cy="532491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8B5DE45-BEC7-4E3F-9E02-9440A10605E4}"/>
                </a:ext>
              </a:extLst>
            </p:cNvPr>
            <p:cNvGrpSpPr/>
            <p:nvPr/>
          </p:nvGrpSpPr>
          <p:grpSpPr>
            <a:xfrm>
              <a:off x="953311" y="1053817"/>
              <a:ext cx="2100413" cy="2643864"/>
              <a:chOff x="1350877" y="1098163"/>
              <a:chExt cx="2100413" cy="26438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9ED35F13-8F99-4FE3-A1D1-16A8224FB408}"/>
                  </a:ext>
                </a:extLst>
              </p:cNvPr>
              <p:cNvSpPr>
                <a:spLocks/>
              </p:cNvSpPr>
              <p:nvPr/>
            </p:nvSpPr>
            <p:spPr bwMode="auto">
              <a:xfrm rot="395367">
                <a:off x="1350877" y="1729407"/>
                <a:ext cx="2100413" cy="2012620"/>
              </a:xfrm>
              <a:custGeom>
                <a:avLst/>
                <a:gdLst>
                  <a:gd name="connsiteX0" fmla="*/ 1083647 w 2334182"/>
                  <a:gd name="connsiteY0" fmla="*/ 171768 h 2236619"/>
                  <a:gd name="connsiteX1" fmla="*/ 950300 w 2334182"/>
                  <a:gd name="connsiteY1" fmla="*/ 202779 h 2236619"/>
                  <a:gd name="connsiteX2" fmla="*/ 907661 w 2334182"/>
                  <a:gd name="connsiteY2" fmla="*/ 218284 h 2236619"/>
                  <a:gd name="connsiteX3" fmla="*/ 862695 w 2334182"/>
                  <a:gd name="connsiteY3" fmla="*/ 235340 h 2236619"/>
                  <a:gd name="connsiteX4" fmla="*/ 819281 w 2334182"/>
                  <a:gd name="connsiteY4" fmla="*/ 254722 h 2236619"/>
                  <a:gd name="connsiteX5" fmla="*/ 775091 w 2334182"/>
                  <a:gd name="connsiteY5" fmla="*/ 277980 h 2236619"/>
                  <a:gd name="connsiteX6" fmla="*/ 733227 w 2334182"/>
                  <a:gd name="connsiteY6" fmla="*/ 302787 h 2236619"/>
                  <a:gd name="connsiteX7" fmla="*/ 692138 w 2334182"/>
                  <a:gd name="connsiteY7" fmla="*/ 329922 h 2236619"/>
                  <a:gd name="connsiteX8" fmla="*/ 654149 w 2334182"/>
                  <a:gd name="connsiteY8" fmla="*/ 360932 h 2236619"/>
                  <a:gd name="connsiteX9" fmla="*/ 618487 w 2334182"/>
                  <a:gd name="connsiteY9" fmla="*/ 394269 h 2236619"/>
                  <a:gd name="connsiteX10" fmla="*/ 586702 w 2334182"/>
                  <a:gd name="connsiteY10" fmla="*/ 431482 h 2236619"/>
                  <a:gd name="connsiteX11" fmla="*/ 558017 w 2334182"/>
                  <a:gd name="connsiteY11" fmla="*/ 469469 h 2236619"/>
                  <a:gd name="connsiteX12" fmla="*/ 535534 w 2334182"/>
                  <a:gd name="connsiteY12" fmla="*/ 511334 h 2236619"/>
                  <a:gd name="connsiteX13" fmla="*/ 516928 w 2334182"/>
                  <a:gd name="connsiteY13" fmla="*/ 557074 h 2236619"/>
                  <a:gd name="connsiteX14" fmla="*/ 506075 w 2334182"/>
                  <a:gd name="connsiteY14" fmla="*/ 604366 h 2236619"/>
                  <a:gd name="connsiteX15" fmla="*/ 500647 w 2334182"/>
                  <a:gd name="connsiteY15" fmla="*/ 657083 h 2236619"/>
                  <a:gd name="connsiteX16" fmla="*/ 502973 w 2334182"/>
                  <a:gd name="connsiteY16" fmla="*/ 693521 h 2236619"/>
                  <a:gd name="connsiteX17" fmla="*/ 513051 w 2334182"/>
                  <a:gd name="connsiteY17" fmla="*/ 727633 h 2236619"/>
                  <a:gd name="connsiteX18" fmla="*/ 527007 w 2334182"/>
                  <a:gd name="connsiteY18" fmla="*/ 758644 h 2236619"/>
                  <a:gd name="connsiteX19" fmla="*/ 547163 w 2334182"/>
                  <a:gd name="connsiteY19" fmla="*/ 786552 h 2236619"/>
                  <a:gd name="connsiteX20" fmla="*/ 568095 w 2334182"/>
                  <a:gd name="connsiteY20" fmla="*/ 812912 h 2236619"/>
                  <a:gd name="connsiteX21" fmla="*/ 592129 w 2334182"/>
                  <a:gd name="connsiteY21" fmla="*/ 836170 h 2236619"/>
                  <a:gd name="connsiteX22" fmla="*/ 616162 w 2334182"/>
                  <a:gd name="connsiteY22" fmla="*/ 854001 h 2236619"/>
                  <a:gd name="connsiteX23" fmla="*/ 640970 w 2334182"/>
                  <a:gd name="connsiteY23" fmla="*/ 871056 h 2236619"/>
                  <a:gd name="connsiteX24" fmla="*/ 673532 w 2334182"/>
                  <a:gd name="connsiteY24" fmla="*/ 883460 h 2236619"/>
                  <a:gd name="connsiteX25" fmla="*/ 709194 w 2334182"/>
                  <a:gd name="connsiteY25" fmla="*/ 891988 h 2236619"/>
                  <a:gd name="connsiteX26" fmla="*/ 748732 w 2334182"/>
                  <a:gd name="connsiteY26" fmla="*/ 898190 h 2236619"/>
                  <a:gd name="connsiteX27" fmla="*/ 790596 w 2334182"/>
                  <a:gd name="connsiteY27" fmla="*/ 902067 h 2236619"/>
                  <a:gd name="connsiteX28" fmla="*/ 834786 w 2334182"/>
                  <a:gd name="connsiteY28" fmla="*/ 905168 h 2236619"/>
                  <a:gd name="connsiteX29" fmla="*/ 878201 w 2334182"/>
                  <a:gd name="connsiteY29" fmla="*/ 905943 h 2236619"/>
                  <a:gd name="connsiteX30" fmla="*/ 923167 w 2334182"/>
                  <a:gd name="connsiteY30" fmla="*/ 905943 h 2236619"/>
                  <a:gd name="connsiteX31" fmla="*/ 968132 w 2334182"/>
                  <a:gd name="connsiteY31" fmla="*/ 907493 h 2236619"/>
                  <a:gd name="connsiteX32" fmla="*/ 1010772 w 2334182"/>
                  <a:gd name="connsiteY32" fmla="*/ 910595 h 2236619"/>
                  <a:gd name="connsiteX33" fmla="*/ 1050310 w 2334182"/>
                  <a:gd name="connsiteY33" fmla="*/ 913696 h 2236619"/>
                  <a:gd name="connsiteX34" fmla="*/ 1086747 w 2334182"/>
                  <a:gd name="connsiteY34" fmla="*/ 919122 h 2236619"/>
                  <a:gd name="connsiteX35" fmla="*/ 1120859 w 2334182"/>
                  <a:gd name="connsiteY35" fmla="*/ 927650 h 2236619"/>
                  <a:gd name="connsiteX36" fmla="*/ 1148768 w 2334182"/>
                  <a:gd name="connsiteY36" fmla="*/ 938505 h 2236619"/>
                  <a:gd name="connsiteX37" fmla="*/ 1169700 w 2334182"/>
                  <a:gd name="connsiteY37" fmla="*/ 954009 h 2236619"/>
                  <a:gd name="connsiteX38" fmla="*/ 1186756 w 2334182"/>
                  <a:gd name="connsiteY38" fmla="*/ 971065 h 2236619"/>
                  <a:gd name="connsiteX39" fmla="*/ 1202261 w 2334182"/>
                  <a:gd name="connsiteY39" fmla="*/ 991222 h 2236619"/>
                  <a:gd name="connsiteX40" fmla="*/ 1213891 w 2334182"/>
                  <a:gd name="connsiteY40" fmla="*/ 1010604 h 2236619"/>
                  <a:gd name="connsiteX41" fmla="*/ 1224744 w 2334182"/>
                  <a:gd name="connsiteY41" fmla="*/ 1033086 h 2236619"/>
                  <a:gd name="connsiteX42" fmla="*/ 1233272 w 2334182"/>
                  <a:gd name="connsiteY42" fmla="*/ 1054018 h 2236619"/>
                  <a:gd name="connsiteX43" fmla="*/ 1241801 w 2334182"/>
                  <a:gd name="connsiteY43" fmla="*/ 1076501 h 2236619"/>
                  <a:gd name="connsiteX44" fmla="*/ 1250328 w 2334182"/>
                  <a:gd name="connsiteY44" fmla="*/ 1099759 h 2236619"/>
                  <a:gd name="connsiteX45" fmla="*/ 1260407 w 2334182"/>
                  <a:gd name="connsiteY45" fmla="*/ 1120691 h 2236619"/>
                  <a:gd name="connsiteX46" fmla="*/ 1269710 w 2334182"/>
                  <a:gd name="connsiteY46" fmla="*/ 1141624 h 2236619"/>
                  <a:gd name="connsiteX47" fmla="*/ 1281339 w 2334182"/>
                  <a:gd name="connsiteY47" fmla="*/ 1161780 h 2236619"/>
                  <a:gd name="connsiteX48" fmla="*/ 1293743 w 2334182"/>
                  <a:gd name="connsiteY48" fmla="*/ 1179611 h 2236619"/>
                  <a:gd name="connsiteX49" fmla="*/ 1309248 w 2334182"/>
                  <a:gd name="connsiteY49" fmla="*/ 1196668 h 2236619"/>
                  <a:gd name="connsiteX50" fmla="*/ 1327855 w 2334182"/>
                  <a:gd name="connsiteY50" fmla="*/ 1210622 h 2236619"/>
                  <a:gd name="connsiteX51" fmla="*/ 1350338 w 2334182"/>
                  <a:gd name="connsiteY51" fmla="*/ 1222251 h 2236619"/>
                  <a:gd name="connsiteX52" fmla="*/ 1377471 w 2334182"/>
                  <a:gd name="connsiteY52" fmla="*/ 1231555 h 2236619"/>
                  <a:gd name="connsiteX53" fmla="*/ 1406932 w 2334182"/>
                  <a:gd name="connsiteY53" fmla="*/ 1237756 h 2236619"/>
                  <a:gd name="connsiteX54" fmla="*/ 1441818 w 2334182"/>
                  <a:gd name="connsiteY54" fmla="*/ 1240082 h 2236619"/>
                  <a:gd name="connsiteX55" fmla="*/ 1484458 w 2334182"/>
                  <a:gd name="connsiteY55" fmla="*/ 1239307 h 2236619"/>
                  <a:gd name="connsiteX56" fmla="*/ 1502289 w 2334182"/>
                  <a:gd name="connsiteY56" fmla="*/ 1267216 h 2236619"/>
                  <a:gd name="connsiteX57" fmla="*/ 1523996 w 2334182"/>
                  <a:gd name="connsiteY57" fmla="*/ 1296677 h 2236619"/>
                  <a:gd name="connsiteX58" fmla="*/ 1548805 w 2334182"/>
                  <a:gd name="connsiteY58" fmla="*/ 1327687 h 2236619"/>
                  <a:gd name="connsiteX59" fmla="*/ 1577490 w 2334182"/>
                  <a:gd name="connsiteY59" fmla="*/ 1357146 h 2236619"/>
                  <a:gd name="connsiteX60" fmla="*/ 1606949 w 2334182"/>
                  <a:gd name="connsiteY60" fmla="*/ 1385831 h 2236619"/>
                  <a:gd name="connsiteX61" fmla="*/ 1636410 w 2334182"/>
                  <a:gd name="connsiteY61" fmla="*/ 1406764 h 2236619"/>
                  <a:gd name="connsiteX62" fmla="*/ 1665870 w 2334182"/>
                  <a:gd name="connsiteY62" fmla="*/ 1422268 h 2236619"/>
                  <a:gd name="connsiteX63" fmla="*/ 1691453 w 2334182"/>
                  <a:gd name="connsiteY63" fmla="*/ 1429246 h 2236619"/>
                  <a:gd name="connsiteX64" fmla="*/ 1720914 w 2334182"/>
                  <a:gd name="connsiteY64" fmla="*/ 1430797 h 2236619"/>
                  <a:gd name="connsiteX65" fmla="*/ 1753474 w 2334182"/>
                  <a:gd name="connsiteY65" fmla="*/ 1429246 h 2236619"/>
                  <a:gd name="connsiteX66" fmla="*/ 1787587 w 2334182"/>
                  <a:gd name="connsiteY66" fmla="*/ 1426145 h 2236619"/>
                  <a:gd name="connsiteX67" fmla="*/ 1822473 w 2334182"/>
                  <a:gd name="connsiteY67" fmla="*/ 1419168 h 2236619"/>
                  <a:gd name="connsiteX68" fmla="*/ 1856584 w 2334182"/>
                  <a:gd name="connsiteY68" fmla="*/ 1410640 h 2236619"/>
                  <a:gd name="connsiteX69" fmla="*/ 1889921 w 2334182"/>
                  <a:gd name="connsiteY69" fmla="*/ 1401336 h 2236619"/>
                  <a:gd name="connsiteX70" fmla="*/ 1920156 w 2334182"/>
                  <a:gd name="connsiteY70" fmla="*/ 1389708 h 2236619"/>
                  <a:gd name="connsiteX71" fmla="*/ 1948066 w 2334182"/>
                  <a:gd name="connsiteY71" fmla="*/ 1378853 h 2236619"/>
                  <a:gd name="connsiteX72" fmla="*/ 1968998 w 2334182"/>
                  <a:gd name="connsiteY72" fmla="*/ 1367225 h 2236619"/>
                  <a:gd name="connsiteX73" fmla="*/ 1986054 w 2334182"/>
                  <a:gd name="connsiteY73" fmla="*/ 1357146 h 2236619"/>
                  <a:gd name="connsiteX74" fmla="*/ 2011638 w 2334182"/>
                  <a:gd name="connsiteY74" fmla="*/ 1337766 h 2236619"/>
                  <a:gd name="connsiteX75" fmla="*/ 2036446 w 2334182"/>
                  <a:gd name="connsiteY75" fmla="*/ 1315283 h 2236619"/>
                  <a:gd name="connsiteX76" fmla="*/ 2060480 w 2334182"/>
                  <a:gd name="connsiteY76" fmla="*/ 1291250 h 2236619"/>
                  <a:gd name="connsiteX77" fmla="*/ 2084513 w 2334182"/>
                  <a:gd name="connsiteY77" fmla="*/ 1265666 h 2236619"/>
                  <a:gd name="connsiteX78" fmla="*/ 2106995 w 2334182"/>
                  <a:gd name="connsiteY78" fmla="*/ 1236205 h 2236619"/>
                  <a:gd name="connsiteX79" fmla="*/ 2127153 w 2334182"/>
                  <a:gd name="connsiteY79" fmla="*/ 1205195 h 2236619"/>
                  <a:gd name="connsiteX80" fmla="*/ 2144983 w 2334182"/>
                  <a:gd name="connsiteY80" fmla="*/ 1171083 h 2236619"/>
                  <a:gd name="connsiteX81" fmla="*/ 2160488 w 2334182"/>
                  <a:gd name="connsiteY81" fmla="*/ 1133095 h 2236619"/>
                  <a:gd name="connsiteX82" fmla="*/ 2172117 w 2334182"/>
                  <a:gd name="connsiteY82" fmla="*/ 1093557 h 2236619"/>
                  <a:gd name="connsiteX83" fmla="*/ 2180645 w 2334182"/>
                  <a:gd name="connsiteY83" fmla="*/ 1048591 h 2236619"/>
                  <a:gd name="connsiteX84" fmla="*/ 2183747 w 2334182"/>
                  <a:gd name="connsiteY84" fmla="*/ 1002076 h 2236619"/>
                  <a:gd name="connsiteX85" fmla="*/ 2182196 w 2334182"/>
                  <a:gd name="connsiteY85" fmla="*/ 950133 h 2236619"/>
                  <a:gd name="connsiteX86" fmla="*/ 2175218 w 2334182"/>
                  <a:gd name="connsiteY86" fmla="*/ 895090 h 2236619"/>
                  <a:gd name="connsiteX87" fmla="*/ 2158162 w 2334182"/>
                  <a:gd name="connsiteY87" fmla="*/ 812912 h 2236619"/>
                  <a:gd name="connsiteX88" fmla="*/ 2137231 w 2334182"/>
                  <a:gd name="connsiteY88" fmla="*/ 736936 h 2236619"/>
                  <a:gd name="connsiteX89" fmla="*/ 2110096 w 2334182"/>
                  <a:gd name="connsiteY89" fmla="*/ 664061 h 2236619"/>
                  <a:gd name="connsiteX90" fmla="*/ 2077535 w 2334182"/>
                  <a:gd name="connsiteY90" fmla="*/ 595837 h 2236619"/>
                  <a:gd name="connsiteX91" fmla="*/ 2041098 w 2334182"/>
                  <a:gd name="connsiteY91" fmla="*/ 533041 h 2236619"/>
                  <a:gd name="connsiteX92" fmla="*/ 1997683 w 2334182"/>
                  <a:gd name="connsiteY92" fmla="*/ 473346 h 2236619"/>
                  <a:gd name="connsiteX93" fmla="*/ 1951167 w 2334182"/>
                  <a:gd name="connsiteY93" fmla="*/ 419853 h 2236619"/>
                  <a:gd name="connsiteX94" fmla="*/ 1896899 w 2334182"/>
                  <a:gd name="connsiteY94" fmla="*/ 371786 h 2236619"/>
                  <a:gd name="connsiteX95" fmla="*/ 1841079 w 2334182"/>
                  <a:gd name="connsiteY95" fmla="*/ 326821 h 2236619"/>
                  <a:gd name="connsiteX96" fmla="*/ 1777508 w 2334182"/>
                  <a:gd name="connsiteY96" fmla="*/ 288833 h 2236619"/>
                  <a:gd name="connsiteX97" fmla="*/ 1710061 w 2334182"/>
                  <a:gd name="connsiteY97" fmla="*/ 254722 h 2236619"/>
                  <a:gd name="connsiteX98" fmla="*/ 1637960 w 2334182"/>
                  <a:gd name="connsiteY98" fmla="*/ 225261 h 2236619"/>
                  <a:gd name="connsiteX99" fmla="*/ 1560433 w 2334182"/>
                  <a:gd name="connsiteY99" fmla="*/ 202779 h 2236619"/>
                  <a:gd name="connsiteX100" fmla="*/ 1477481 w 2334182"/>
                  <a:gd name="connsiteY100" fmla="*/ 184948 h 2236619"/>
                  <a:gd name="connsiteX101" fmla="*/ 1391427 w 2334182"/>
                  <a:gd name="connsiteY101" fmla="*/ 171768 h 2236619"/>
                  <a:gd name="connsiteX102" fmla="*/ 1298395 w 2334182"/>
                  <a:gd name="connsiteY102" fmla="*/ 164791 h 2236619"/>
                  <a:gd name="connsiteX103" fmla="*/ 1200712 w 2334182"/>
                  <a:gd name="connsiteY103" fmla="*/ 163240 h 2236619"/>
                  <a:gd name="connsiteX104" fmla="*/ 1112347 w 2334182"/>
                  <a:gd name="connsiteY104" fmla="*/ 7377 h 2236619"/>
                  <a:gd name="connsiteX105" fmla="*/ 1202794 w 2334182"/>
                  <a:gd name="connsiteY105" fmla="*/ 0 h 2236619"/>
                  <a:gd name="connsiteX106" fmla="*/ 1304349 w 2334182"/>
                  <a:gd name="connsiteY106" fmla="*/ 820 h 2236619"/>
                  <a:gd name="connsiteX107" fmla="*/ 1399557 w 2334182"/>
                  <a:gd name="connsiteY107" fmla="*/ 8195 h 2236619"/>
                  <a:gd name="connsiteX108" fmla="*/ 1490005 w 2334182"/>
                  <a:gd name="connsiteY108" fmla="*/ 20490 h 2236619"/>
                  <a:gd name="connsiteX109" fmla="*/ 1576486 w 2334182"/>
                  <a:gd name="connsiteY109" fmla="*/ 38520 h 2236619"/>
                  <a:gd name="connsiteX110" fmla="*/ 1658999 w 2334182"/>
                  <a:gd name="connsiteY110" fmla="*/ 60649 h 2236619"/>
                  <a:gd name="connsiteX111" fmla="*/ 1735165 w 2334182"/>
                  <a:gd name="connsiteY111" fmla="*/ 89334 h 2236619"/>
                  <a:gd name="connsiteX112" fmla="*/ 1808952 w 2334182"/>
                  <a:gd name="connsiteY112" fmla="*/ 120478 h 2236619"/>
                  <a:gd name="connsiteX113" fmla="*/ 1876391 w 2334182"/>
                  <a:gd name="connsiteY113" fmla="*/ 157358 h 2236619"/>
                  <a:gd name="connsiteX114" fmla="*/ 1939862 w 2334182"/>
                  <a:gd name="connsiteY114" fmla="*/ 199157 h 2236619"/>
                  <a:gd name="connsiteX115" fmla="*/ 2000955 w 2334182"/>
                  <a:gd name="connsiteY115" fmla="*/ 245873 h 2236619"/>
                  <a:gd name="connsiteX116" fmla="*/ 2055699 w 2334182"/>
                  <a:gd name="connsiteY116" fmla="*/ 295866 h 2236619"/>
                  <a:gd name="connsiteX117" fmla="*/ 2105683 w 2334182"/>
                  <a:gd name="connsiteY117" fmla="*/ 351598 h 2236619"/>
                  <a:gd name="connsiteX118" fmla="*/ 2152493 w 2334182"/>
                  <a:gd name="connsiteY118" fmla="*/ 409787 h 2236619"/>
                  <a:gd name="connsiteX119" fmla="*/ 2193750 w 2334182"/>
                  <a:gd name="connsiteY119" fmla="*/ 472075 h 2236619"/>
                  <a:gd name="connsiteX120" fmla="*/ 2231834 w 2334182"/>
                  <a:gd name="connsiteY120" fmla="*/ 537641 h 2236619"/>
                  <a:gd name="connsiteX121" fmla="*/ 2257223 w 2334182"/>
                  <a:gd name="connsiteY121" fmla="*/ 592553 h 2236619"/>
                  <a:gd name="connsiteX122" fmla="*/ 2279437 w 2334182"/>
                  <a:gd name="connsiteY122" fmla="*/ 654021 h 2236619"/>
                  <a:gd name="connsiteX123" fmla="*/ 2299273 w 2334182"/>
                  <a:gd name="connsiteY123" fmla="*/ 721226 h 2236619"/>
                  <a:gd name="connsiteX124" fmla="*/ 2315141 w 2334182"/>
                  <a:gd name="connsiteY124" fmla="*/ 794168 h 2236619"/>
                  <a:gd name="connsiteX125" fmla="*/ 2327042 w 2334182"/>
                  <a:gd name="connsiteY125" fmla="*/ 868749 h 2236619"/>
                  <a:gd name="connsiteX126" fmla="*/ 2332595 w 2334182"/>
                  <a:gd name="connsiteY126" fmla="*/ 945790 h 2236619"/>
                  <a:gd name="connsiteX127" fmla="*/ 2334182 w 2334182"/>
                  <a:gd name="connsiteY127" fmla="*/ 1024469 h 2236619"/>
                  <a:gd name="connsiteX128" fmla="*/ 2329422 w 2334182"/>
                  <a:gd name="connsiteY128" fmla="*/ 1102329 h 2236619"/>
                  <a:gd name="connsiteX129" fmla="*/ 2319901 w 2334182"/>
                  <a:gd name="connsiteY129" fmla="*/ 1178549 h 2236619"/>
                  <a:gd name="connsiteX130" fmla="*/ 2302446 w 2334182"/>
                  <a:gd name="connsiteY130" fmla="*/ 1253131 h 2236619"/>
                  <a:gd name="connsiteX131" fmla="*/ 2279438 w 2334182"/>
                  <a:gd name="connsiteY131" fmla="*/ 1317056 h 2236619"/>
                  <a:gd name="connsiteX132" fmla="*/ 2251669 w 2334182"/>
                  <a:gd name="connsiteY132" fmla="*/ 1376887 h 2236619"/>
                  <a:gd name="connsiteX133" fmla="*/ 2218347 w 2334182"/>
                  <a:gd name="connsiteY133" fmla="*/ 1431798 h 2236619"/>
                  <a:gd name="connsiteX134" fmla="*/ 2184230 w 2334182"/>
                  <a:gd name="connsiteY134" fmla="*/ 1485070 h 2236619"/>
                  <a:gd name="connsiteX135" fmla="*/ 2146146 w 2334182"/>
                  <a:gd name="connsiteY135" fmla="*/ 1537523 h 2236619"/>
                  <a:gd name="connsiteX136" fmla="*/ 2108857 w 2334182"/>
                  <a:gd name="connsiteY136" fmla="*/ 1586698 h 2236619"/>
                  <a:gd name="connsiteX137" fmla="*/ 2071567 w 2334182"/>
                  <a:gd name="connsiteY137" fmla="*/ 1637511 h 2236619"/>
                  <a:gd name="connsiteX138" fmla="*/ 2035070 w 2334182"/>
                  <a:gd name="connsiteY138" fmla="*/ 1688324 h 2236619"/>
                  <a:gd name="connsiteX139" fmla="*/ 2010476 w 2334182"/>
                  <a:gd name="connsiteY139" fmla="*/ 1729303 h 2236619"/>
                  <a:gd name="connsiteX140" fmla="*/ 1990641 w 2334182"/>
                  <a:gd name="connsiteY140" fmla="*/ 1776019 h 2236619"/>
                  <a:gd name="connsiteX141" fmla="*/ 1974772 w 2334182"/>
                  <a:gd name="connsiteY141" fmla="*/ 1825194 h 2236619"/>
                  <a:gd name="connsiteX142" fmla="*/ 1962078 w 2334182"/>
                  <a:gd name="connsiteY142" fmla="*/ 1878466 h 2236619"/>
                  <a:gd name="connsiteX143" fmla="*/ 1960491 w 2334182"/>
                  <a:gd name="connsiteY143" fmla="*/ 1903872 h 2236619"/>
                  <a:gd name="connsiteX144" fmla="*/ 1962078 w 2334182"/>
                  <a:gd name="connsiteY144" fmla="*/ 1934197 h 2236619"/>
                  <a:gd name="connsiteX145" fmla="*/ 1966044 w 2334182"/>
                  <a:gd name="connsiteY145" fmla="*/ 1971077 h 2236619"/>
                  <a:gd name="connsiteX146" fmla="*/ 1971598 w 2334182"/>
                  <a:gd name="connsiteY146" fmla="*/ 2009597 h 2236619"/>
                  <a:gd name="connsiteX147" fmla="*/ 1980326 w 2334182"/>
                  <a:gd name="connsiteY147" fmla="*/ 2051395 h 2236619"/>
                  <a:gd name="connsiteX148" fmla="*/ 1990640 w 2334182"/>
                  <a:gd name="connsiteY148" fmla="*/ 2093195 h 2236619"/>
                  <a:gd name="connsiteX149" fmla="*/ 1991123 w 2334182"/>
                  <a:gd name="connsiteY149" fmla="*/ 2095075 h 2236619"/>
                  <a:gd name="connsiteX150" fmla="*/ 1365671 w 2334182"/>
                  <a:gd name="connsiteY150" fmla="*/ 2095075 h 2236619"/>
                  <a:gd name="connsiteX151" fmla="*/ 1211165 w 2334182"/>
                  <a:gd name="connsiteY151" fmla="*/ 2159073 h 2236619"/>
                  <a:gd name="connsiteX152" fmla="*/ 1185737 w 2334182"/>
                  <a:gd name="connsiteY152" fmla="*/ 2196789 h 2236619"/>
                  <a:gd name="connsiteX153" fmla="*/ 951135 w 2334182"/>
                  <a:gd name="connsiteY153" fmla="*/ 2223889 h 2236619"/>
                  <a:gd name="connsiteX154" fmla="*/ 947319 w 2334182"/>
                  <a:gd name="connsiteY154" fmla="*/ 2215311 h 2236619"/>
                  <a:gd name="connsiteX155" fmla="*/ 933038 w 2334182"/>
                  <a:gd name="connsiteY155" fmla="*/ 2191544 h 2236619"/>
                  <a:gd name="connsiteX156" fmla="*/ 917170 w 2334182"/>
                  <a:gd name="connsiteY156" fmla="*/ 2176791 h 2236619"/>
                  <a:gd name="connsiteX157" fmla="*/ 899716 w 2334182"/>
                  <a:gd name="connsiteY157" fmla="*/ 2169415 h 2236619"/>
                  <a:gd name="connsiteX158" fmla="*/ 879881 w 2334182"/>
                  <a:gd name="connsiteY158" fmla="*/ 2166136 h 2236619"/>
                  <a:gd name="connsiteX159" fmla="*/ 856872 w 2334182"/>
                  <a:gd name="connsiteY159" fmla="*/ 2167777 h 2236619"/>
                  <a:gd name="connsiteX160" fmla="*/ 833864 w 2334182"/>
                  <a:gd name="connsiteY160" fmla="*/ 2171054 h 2236619"/>
                  <a:gd name="connsiteX161" fmla="*/ 812442 w 2334182"/>
                  <a:gd name="connsiteY161" fmla="*/ 2176791 h 2236619"/>
                  <a:gd name="connsiteX162" fmla="*/ 791813 w 2334182"/>
                  <a:gd name="connsiteY162" fmla="*/ 2182528 h 2236619"/>
                  <a:gd name="connsiteX163" fmla="*/ 772771 w 2334182"/>
                  <a:gd name="connsiteY163" fmla="*/ 2188264 h 2236619"/>
                  <a:gd name="connsiteX164" fmla="*/ 758490 w 2334182"/>
                  <a:gd name="connsiteY164" fmla="*/ 2193182 h 2236619"/>
                  <a:gd name="connsiteX165" fmla="*/ 724374 w 2334182"/>
                  <a:gd name="connsiteY165" fmla="*/ 2204657 h 2236619"/>
                  <a:gd name="connsiteX166" fmla="*/ 685497 w 2334182"/>
                  <a:gd name="connsiteY166" fmla="*/ 2215311 h 2236619"/>
                  <a:gd name="connsiteX167" fmla="*/ 641861 w 2334182"/>
                  <a:gd name="connsiteY167" fmla="*/ 2224326 h 2236619"/>
                  <a:gd name="connsiteX168" fmla="*/ 595844 w 2334182"/>
                  <a:gd name="connsiteY168" fmla="*/ 2230063 h 2236619"/>
                  <a:gd name="connsiteX169" fmla="*/ 549827 w 2334182"/>
                  <a:gd name="connsiteY169" fmla="*/ 2234981 h 2236619"/>
                  <a:gd name="connsiteX170" fmla="*/ 503016 w 2334182"/>
                  <a:gd name="connsiteY170" fmla="*/ 2236619 h 2236619"/>
                  <a:gd name="connsiteX171" fmla="*/ 458585 w 2334182"/>
                  <a:gd name="connsiteY171" fmla="*/ 2233342 h 2236619"/>
                  <a:gd name="connsiteX172" fmla="*/ 416535 w 2334182"/>
                  <a:gd name="connsiteY172" fmla="*/ 2225965 h 2236619"/>
                  <a:gd name="connsiteX173" fmla="*/ 393527 w 2334182"/>
                  <a:gd name="connsiteY173" fmla="*/ 2220229 h 2236619"/>
                  <a:gd name="connsiteX174" fmla="*/ 370518 w 2334182"/>
                  <a:gd name="connsiteY174" fmla="*/ 2209574 h 2236619"/>
                  <a:gd name="connsiteX175" fmla="*/ 347509 w 2334182"/>
                  <a:gd name="connsiteY175" fmla="*/ 2197280 h 2236619"/>
                  <a:gd name="connsiteX176" fmla="*/ 327675 w 2334182"/>
                  <a:gd name="connsiteY176" fmla="*/ 2182528 h 2236619"/>
                  <a:gd name="connsiteX177" fmla="*/ 307047 w 2334182"/>
                  <a:gd name="connsiteY177" fmla="*/ 2164497 h 2236619"/>
                  <a:gd name="connsiteX178" fmla="*/ 291178 w 2334182"/>
                  <a:gd name="connsiteY178" fmla="*/ 2145647 h 2236619"/>
                  <a:gd name="connsiteX179" fmla="*/ 280070 w 2334182"/>
                  <a:gd name="connsiteY179" fmla="*/ 2121880 h 2236619"/>
                  <a:gd name="connsiteX180" fmla="*/ 271342 w 2334182"/>
                  <a:gd name="connsiteY180" fmla="*/ 2094833 h 2236619"/>
                  <a:gd name="connsiteX181" fmla="*/ 268169 w 2334182"/>
                  <a:gd name="connsiteY181" fmla="*/ 2065329 h 2236619"/>
                  <a:gd name="connsiteX182" fmla="*/ 271342 w 2334182"/>
                  <a:gd name="connsiteY182" fmla="*/ 2032546 h 2236619"/>
                  <a:gd name="connsiteX183" fmla="*/ 275310 w 2334182"/>
                  <a:gd name="connsiteY183" fmla="*/ 2009597 h 2236619"/>
                  <a:gd name="connsiteX184" fmla="*/ 280864 w 2334182"/>
                  <a:gd name="connsiteY184" fmla="*/ 1984191 h 2236619"/>
                  <a:gd name="connsiteX185" fmla="*/ 287211 w 2334182"/>
                  <a:gd name="connsiteY185" fmla="*/ 1957964 h 2236619"/>
                  <a:gd name="connsiteX186" fmla="*/ 289591 w 2334182"/>
                  <a:gd name="connsiteY186" fmla="*/ 1932558 h 2236619"/>
                  <a:gd name="connsiteX187" fmla="*/ 289591 w 2334182"/>
                  <a:gd name="connsiteY187" fmla="*/ 1905512 h 2236619"/>
                  <a:gd name="connsiteX188" fmla="*/ 282450 w 2334182"/>
                  <a:gd name="connsiteY188" fmla="*/ 1881745 h 2236619"/>
                  <a:gd name="connsiteX189" fmla="*/ 275310 w 2334182"/>
                  <a:gd name="connsiteY189" fmla="*/ 1868630 h 2236619"/>
                  <a:gd name="connsiteX190" fmla="*/ 262615 w 2334182"/>
                  <a:gd name="connsiteY190" fmla="*/ 1856338 h 2236619"/>
                  <a:gd name="connsiteX191" fmla="*/ 249128 w 2334182"/>
                  <a:gd name="connsiteY191" fmla="*/ 1847322 h 2236619"/>
                  <a:gd name="connsiteX192" fmla="*/ 234847 w 2334182"/>
                  <a:gd name="connsiteY192" fmla="*/ 1839945 h 2236619"/>
                  <a:gd name="connsiteX193" fmla="*/ 220565 w 2334182"/>
                  <a:gd name="connsiteY193" fmla="*/ 1829291 h 2236619"/>
                  <a:gd name="connsiteX194" fmla="*/ 209457 w 2334182"/>
                  <a:gd name="connsiteY194" fmla="*/ 1817817 h 2236619"/>
                  <a:gd name="connsiteX195" fmla="*/ 200730 w 2334182"/>
                  <a:gd name="connsiteY195" fmla="*/ 1803065 h 2236619"/>
                  <a:gd name="connsiteX196" fmla="*/ 197557 w 2334182"/>
                  <a:gd name="connsiteY196" fmla="*/ 1786674 h 2236619"/>
                  <a:gd name="connsiteX197" fmla="*/ 199143 w 2334182"/>
                  <a:gd name="connsiteY197" fmla="*/ 1770281 h 2236619"/>
                  <a:gd name="connsiteX198" fmla="*/ 204697 w 2334182"/>
                  <a:gd name="connsiteY198" fmla="*/ 1754709 h 2236619"/>
                  <a:gd name="connsiteX199" fmla="*/ 211838 w 2334182"/>
                  <a:gd name="connsiteY199" fmla="*/ 1741596 h 2236619"/>
                  <a:gd name="connsiteX200" fmla="*/ 216598 w 2334182"/>
                  <a:gd name="connsiteY200" fmla="*/ 1728483 h 2236619"/>
                  <a:gd name="connsiteX201" fmla="*/ 193590 w 2334182"/>
                  <a:gd name="connsiteY201" fmla="*/ 1712092 h 2236619"/>
                  <a:gd name="connsiteX202" fmla="*/ 177722 w 2334182"/>
                  <a:gd name="connsiteY202" fmla="*/ 1695701 h 2236619"/>
                  <a:gd name="connsiteX203" fmla="*/ 168994 w 2334182"/>
                  <a:gd name="connsiteY203" fmla="*/ 1679309 h 2236619"/>
                  <a:gd name="connsiteX204" fmla="*/ 167408 w 2334182"/>
                  <a:gd name="connsiteY204" fmla="*/ 1661278 h 2236619"/>
                  <a:gd name="connsiteX205" fmla="*/ 169787 w 2334182"/>
                  <a:gd name="connsiteY205" fmla="*/ 1644887 h 2236619"/>
                  <a:gd name="connsiteX206" fmla="*/ 176135 w 2334182"/>
                  <a:gd name="connsiteY206" fmla="*/ 1626857 h 2236619"/>
                  <a:gd name="connsiteX207" fmla="*/ 184862 w 2334182"/>
                  <a:gd name="connsiteY207" fmla="*/ 1608826 h 2236619"/>
                  <a:gd name="connsiteX208" fmla="*/ 194383 w 2334182"/>
                  <a:gd name="connsiteY208" fmla="*/ 1590796 h 2236619"/>
                  <a:gd name="connsiteX209" fmla="*/ 203111 w 2334182"/>
                  <a:gd name="connsiteY209" fmla="*/ 1571944 h 2236619"/>
                  <a:gd name="connsiteX210" fmla="*/ 211838 w 2334182"/>
                  <a:gd name="connsiteY210" fmla="*/ 1553914 h 2236619"/>
                  <a:gd name="connsiteX211" fmla="*/ 216598 w 2334182"/>
                  <a:gd name="connsiteY211" fmla="*/ 1534245 h 2236619"/>
                  <a:gd name="connsiteX212" fmla="*/ 200730 w 2334182"/>
                  <a:gd name="connsiteY212" fmla="*/ 1519492 h 2236619"/>
                  <a:gd name="connsiteX213" fmla="*/ 178514 w 2334182"/>
                  <a:gd name="connsiteY213" fmla="*/ 1508018 h 2236619"/>
                  <a:gd name="connsiteX214" fmla="*/ 153919 w 2334182"/>
                  <a:gd name="connsiteY214" fmla="*/ 1497364 h 2236619"/>
                  <a:gd name="connsiteX215" fmla="*/ 128531 w 2334182"/>
                  <a:gd name="connsiteY215" fmla="*/ 1488349 h 2236619"/>
                  <a:gd name="connsiteX216" fmla="*/ 102348 w 2334182"/>
                  <a:gd name="connsiteY216" fmla="*/ 1479333 h 2236619"/>
                  <a:gd name="connsiteX217" fmla="*/ 76166 w 2334182"/>
                  <a:gd name="connsiteY217" fmla="*/ 1470318 h 2236619"/>
                  <a:gd name="connsiteX218" fmla="*/ 51571 w 2334182"/>
                  <a:gd name="connsiteY218" fmla="*/ 1459663 h 2236619"/>
                  <a:gd name="connsiteX219" fmla="*/ 31736 w 2334182"/>
                  <a:gd name="connsiteY219" fmla="*/ 1448189 h 2236619"/>
                  <a:gd name="connsiteX220" fmla="*/ 14281 w 2334182"/>
                  <a:gd name="connsiteY220" fmla="*/ 1431798 h 2236619"/>
                  <a:gd name="connsiteX221" fmla="*/ 3967 w 2334182"/>
                  <a:gd name="connsiteY221" fmla="*/ 1412128 h 2236619"/>
                  <a:gd name="connsiteX222" fmla="*/ 0 w 2334182"/>
                  <a:gd name="connsiteY222" fmla="*/ 1391638 h 2236619"/>
                  <a:gd name="connsiteX223" fmla="*/ 3174 w 2334182"/>
                  <a:gd name="connsiteY223" fmla="*/ 1371969 h 2236619"/>
                  <a:gd name="connsiteX224" fmla="*/ 10314 w 2334182"/>
                  <a:gd name="connsiteY224" fmla="*/ 1353938 h 2236619"/>
                  <a:gd name="connsiteX225" fmla="*/ 21422 w 2334182"/>
                  <a:gd name="connsiteY225" fmla="*/ 1339185 h 2236619"/>
                  <a:gd name="connsiteX226" fmla="*/ 34909 w 2334182"/>
                  <a:gd name="connsiteY226" fmla="*/ 1324433 h 2236619"/>
                  <a:gd name="connsiteX227" fmla="*/ 47604 w 2334182"/>
                  <a:gd name="connsiteY227" fmla="*/ 1312140 h 2236619"/>
                  <a:gd name="connsiteX228" fmla="*/ 57919 w 2334182"/>
                  <a:gd name="connsiteY228" fmla="*/ 1302305 h 2236619"/>
                  <a:gd name="connsiteX229" fmla="*/ 88068 w 2334182"/>
                  <a:gd name="connsiteY229" fmla="*/ 1266244 h 2236619"/>
                  <a:gd name="connsiteX230" fmla="*/ 119803 w 2334182"/>
                  <a:gd name="connsiteY230" fmla="*/ 1233461 h 2236619"/>
                  <a:gd name="connsiteX231" fmla="*/ 151540 w 2334182"/>
                  <a:gd name="connsiteY231" fmla="*/ 1200677 h 2236619"/>
                  <a:gd name="connsiteX232" fmla="*/ 181689 w 2334182"/>
                  <a:gd name="connsiteY232" fmla="*/ 1164615 h 2236619"/>
                  <a:gd name="connsiteX233" fmla="*/ 210251 w 2334182"/>
                  <a:gd name="connsiteY233" fmla="*/ 1129374 h 2236619"/>
                  <a:gd name="connsiteX234" fmla="*/ 236433 w 2334182"/>
                  <a:gd name="connsiteY234" fmla="*/ 1089215 h 2236619"/>
                  <a:gd name="connsiteX235" fmla="*/ 257855 w 2334182"/>
                  <a:gd name="connsiteY235" fmla="*/ 1045778 h 2236619"/>
                  <a:gd name="connsiteX236" fmla="*/ 269756 w 2334182"/>
                  <a:gd name="connsiteY236" fmla="*/ 1009716 h 2236619"/>
                  <a:gd name="connsiteX237" fmla="*/ 273723 w 2334182"/>
                  <a:gd name="connsiteY237" fmla="*/ 974475 h 2236619"/>
                  <a:gd name="connsiteX238" fmla="*/ 273723 w 2334182"/>
                  <a:gd name="connsiteY238" fmla="*/ 936775 h 2236619"/>
                  <a:gd name="connsiteX239" fmla="*/ 272930 w 2334182"/>
                  <a:gd name="connsiteY239" fmla="*/ 896615 h 2236619"/>
                  <a:gd name="connsiteX240" fmla="*/ 271342 w 2334182"/>
                  <a:gd name="connsiteY240" fmla="*/ 856456 h 2236619"/>
                  <a:gd name="connsiteX241" fmla="*/ 272930 w 2334182"/>
                  <a:gd name="connsiteY241" fmla="*/ 813019 h 2236619"/>
                  <a:gd name="connsiteX242" fmla="*/ 276896 w 2334182"/>
                  <a:gd name="connsiteY242" fmla="*/ 767123 h 2236619"/>
                  <a:gd name="connsiteX243" fmla="*/ 321327 w 2334182"/>
                  <a:gd name="connsiteY243" fmla="*/ 577800 h 2236619"/>
                  <a:gd name="connsiteX244" fmla="*/ 349096 w 2334182"/>
                  <a:gd name="connsiteY244" fmla="*/ 508956 h 2236619"/>
                  <a:gd name="connsiteX245" fmla="*/ 382419 w 2334182"/>
                  <a:gd name="connsiteY245" fmla="*/ 445030 h 2236619"/>
                  <a:gd name="connsiteX246" fmla="*/ 421295 w 2334182"/>
                  <a:gd name="connsiteY246" fmla="*/ 385200 h 2236619"/>
                  <a:gd name="connsiteX247" fmla="*/ 465726 w 2334182"/>
                  <a:gd name="connsiteY247" fmla="*/ 328650 h 2236619"/>
                  <a:gd name="connsiteX248" fmla="*/ 514917 w 2334182"/>
                  <a:gd name="connsiteY248" fmla="*/ 277017 h 2236619"/>
                  <a:gd name="connsiteX249" fmla="*/ 568074 w 2334182"/>
                  <a:gd name="connsiteY249" fmla="*/ 229481 h 2236619"/>
                  <a:gd name="connsiteX250" fmla="*/ 625993 w 2334182"/>
                  <a:gd name="connsiteY250" fmla="*/ 186044 h 2236619"/>
                  <a:gd name="connsiteX251" fmla="*/ 686291 w 2334182"/>
                  <a:gd name="connsiteY251" fmla="*/ 147523 h 2236619"/>
                  <a:gd name="connsiteX252" fmla="*/ 751351 w 2334182"/>
                  <a:gd name="connsiteY252" fmla="*/ 113101 h 2236619"/>
                  <a:gd name="connsiteX253" fmla="*/ 817996 w 2334182"/>
                  <a:gd name="connsiteY253" fmla="*/ 84416 h 2236619"/>
                  <a:gd name="connsiteX254" fmla="*/ 885434 w 2334182"/>
                  <a:gd name="connsiteY254" fmla="*/ 59010 h 2236619"/>
                  <a:gd name="connsiteX0" fmla="*/ 1083647 w 2334182"/>
                  <a:gd name="connsiteY0" fmla="*/ 171768 h 2236619"/>
                  <a:gd name="connsiteX1" fmla="*/ 950300 w 2334182"/>
                  <a:gd name="connsiteY1" fmla="*/ 202779 h 2236619"/>
                  <a:gd name="connsiteX2" fmla="*/ 907661 w 2334182"/>
                  <a:gd name="connsiteY2" fmla="*/ 218284 h 2236619"/>
                  <a:gd name="connsiteX3" fmla="*/ 862695 w 2334182"/>
                  <a:gd name="connsiteY3" fmla="*/ 235340 h 2236619"/>
                  <a:gd name="connsiteX4" fmla="*/ 819281 w 2334182"/>
                  <a:gd name="connsiteY4" fmla="*/ 254722 h 2236619"/>
                  <a:gd name="connsiteX5" fmla="*/ 775091 w 2334182"/>
                  <a:gd name="connsiteY5" fmla="*/ 277980 h 2236619"/>
                  <a:gd name="connsiteX6" fmla="*/ 733227 w 2334182"/>
                  <a:gd name="connsiteY6" fmla="*/ 302787 h 2236619"/>
                  <a:gd name="connsiteX7" fmla="*/ 692138 w 2334182"/>
                  <a:gd name="connsiteY7" fmla="*/ 329922 h 2236619"/>
                  <a:gd name="connsiteX8" fmla="*/ 654149 w 2334182"/>
                  <a:gd name="connsiteY8" fmla="*/ 360932 h 2236619"/>
                  <a:gd name="connsiteX9" fmla="*/ 618487 w 2334182"/>
                  <a:gd name="connsiteY9" fmla="*/ 394269 h 2236619"/>
                  <a:gd name="connsiteX10" fmla="*/ 586702 w 2334182"/>
                  <a:gd name="connsiteY10" fmla="*/ 431482 h 2236619"/>
                  <a:gd name="connsiteX11" fmla="*/ 558017 w 2334182"/>
                  <a:gd name="connsiteY11" fmla="*/ 469469 h 2236619"/>
                  <a:gd name="connsiteX12" fmla="*/ 535534 w 2334182"/>
                  <a:gd name="connsiteY12" fmla="*/ 511334 h 2236619"/>
                  <a:gd name="connsiteX13" fmla="*/ 516928 w 2334182"/>
                  <a:gd name="connsiteY13" fmla="*/ 557074 h 2236619"/>
                  <a:gd name="connsiteX14" fmla="*/ 506075 w 2334182"/>
                  <a:gd name="connsiteY14" fmla="*/ 604366 h 2236619"/>
                  <a:gd name="connsiteX15" fmla="*/ 500647 w 2334182"/>
                  <a:gd name="connsiteY15" fmla="*/ 657083 h 2236619"/>
                  <a:gd name="connsiteX16" fmla="*/ 502973 w 2334182"/>
                  <a:gd name="connsiteY16" fmla="*/ 693521 h 2236619"/>
                  <a:gd name="connsiteX17" fmla="*/ 513051 w 2334182"/>
                  <a:gd name="connsiteY17" fmla="*/ 727633 h 2236619"/>
                  <a:gd name="connsiteX18" fmla="*/ 527007 w 2334182"/>
                  <a:gd name="connsiteY18" fmla="*/ 758644 h 2236619"/>
                  <a:gd name="connsiteX19" fmla="*/ 547163 w 2334182"/>
                  <a:gd name="connsiteY19" fmla="*/ 786552 h 2236619"/>
                  <a:gd name="connsiteX20" fmla="*/ 568095 w 2334182"/>
                  <a:gd name="connsiteY20" fmla="*/ 812912 h 2236619"/>
                  <a:gd name="connsiteX21" fmla="*/ 592129 w 2334182"/>
                  <a:gd name="connsiteY21" fmla="*/ 836170 h 2236619"/>
                  <a:gd name="connsiteX22" fmla="*/ 616162 w 2334182"/>
                  <a:gd name="connsiteY22" fmla="*/ 854001 h 2236619"/>
                  <a:gd name="connsiteX23" fmla="*/ 640970 w 2334182"/>
                  <a:gd name="connsiteY23" fmla="*/ 871056 h 2236619"/>
                  <a:gd name="connsiteX24" fmla="*/ 673532 w 2334182"/>
                  <a:gd name="connsiteY24" fmla="*/ 883460 h 2236619"/>
                  <a:gd name="connsiteX25" fmla="*/ 709194 w 2334182"/>
                  <a:gd name="connsiteY25" fmla="*/ 891988 h 2236619"/>
                  <a:gd name="connsiteX26" fmla="*/ 748732 w 2334182"/>
                  <a:gd name="connsiteY26" fmla="*/ 898190 h 2236619"/>
                  <a:gd name="connsiteX27" fmla="*/ 790596 w 2334182"/>
                  <a:gd name="connsiteY27" fmla="*/ 902067 h 2236619"/>
                  <a:gd name="connsiteX28" fmla="*/ 834786 w 2334182"/>
                  <a:gd name="connsiteY28" fmla="*/ 905168 h 2236619"/>
                  <a:gd name="connsiteX29" fmla="*/ 878201 w 2334182"/>
                  <a:gd name="connsiteY29" fmla="*/ 905943 h 2236619"/>
                  <a:gd name="connsiteX30" fmla="*/ 923167 w 2334182"/>
                  <a:gd name="connsiteY30" fmla="*/ 905943 h 2236619"/>
                  <a:gd name="connsiteX31" fmla="*/ 968132 w 2334182"/>
                  <a:gd name="connsiteY31" fmla="*/ 907493 h 2236619"/>
                  <a:gd name="connsiteX32" fmla="*/ 1010772 w 2334182"/>
                  <a:gd name="connsiteY32" fmla="*/ 910595 h 2236619"/>
                  <a:gd name="connsiteX33" fmla="*/ 1050310 w 2334182"/>
                  <a:gd name="connsiteY33" fmla="*/ 913696 h 2236619"/>
                  <a:gd name="connsiteX34" fmla="*/ 1086747 w 2334182"/>
                  <a:gd name="connsiteY34" fmla="*/ 919122 h 2236619"/>
                  <a:gd name="connsiteX35" fmla="*/ 1120859 w 2334182"/>
                  <a:gd name="connsiteY35" fmla="*/ 927650 h 2236619"/>
                  <a:gd name="connsiteX36" fmla="*/ 1148768 w 2334182"/>
                  <a:gd name="connsiteY36" fmla="*/ 938505 h 2236619"/>
                  <a:gd name="connsiteX37" fmla="*/ 1169700 w 2334182"/>
                  <a:gd name="connsiteY37" fmla="*/ 954009 h 2236619"/>
                  <a:gd name="connsiteX38" fmla="*/ 1186756 w 2334182"/>
                  <a:gd name="connsiteY38" fmla="*/ 971065 h 2236619"/>
                  <a:gd name="connsiteX39" fmla="*/ 1202261 w 2334182"/>
                  <a:gd name="connsiteY39" fmla="*/ 991222 h 2236619"/>
                  <a:gd name="connsiteX40" fmla="*/ 1213891 w 2334182"/>
                  <a:gd name="connsiteY40" fmla="*/ 1010604 h 2236619"/>
                  <a:gd name="connsiteX41" fmla="*/ 1224744 w 2334182"/>
                  <a:gd name="connsiteY41" fmla="*/ 1033086 h 2236619"/>
                  <a:gd name="connsiteX42" fmla="*/ 1233272 w 2334182"/>
                  <a:gd name="connsiteY42" fmla="*/ 1054018 h 2236619"/>
                  <a:gd name="connsiteX43" fmla="*/ 1241801 w 2334182"/>
                  <a:gd name="connsiteY43" fmla="*/ 1076501 h 2236619"/>
                  <a:gd name="connsiteX44" fmla="*/ 1250328 w 2334182"/>
                  <a:gd name="connsiteY44" fmla="*/ 1099759 h 2236619"/>
                  <a:gd name="connsiteX45" fmla="*/ 1260407 w 2334182"/>
                  <a:gd name="connsiteY45" fmla="*/ 1120691 h 2236619"/>
                  <a:gd name="connsiteX46" fmla="*/ 1269710 w 2334182"/>
                  <a:gd name="connsiteY46" fmla="*/ 1141624 h 2236619"/>
                  <a:gd name="connsiteX47" fmla="*/ 1281339 w 2334182"/>
                  <a:gd name="connsiteY47" fmla="*/ 1161780 h 2236619"/>
                  <a:gd name="connsiteX48" fmla="*/ 1293743 w 2334182"/>
                  <a:gd name="connsiteY48" fmla="*/ 1179611 h 2236619"/>
                  <a:gd name="connsiteX49" fmla="*/ 1309248 w 2334182"/>
                  <a:gd name="connsiteY49" fmla="*/ 1196668 h 2236619"/>
                  <a:gd name="connsiteX50" fmla="*/ 1327855 w 2334182"/>
                  <a:gd name="connsiteY50" fmla="*/ 1210622 h 2236619"/>
                  <a:gd name="connsiteX51" fmla="*/ 1350338 w 2334182"/>
                  <a:gd name="connsiteY51" fmla="*/ 1222251 h 2236619"/>
                  <a:gd name="connsiteX52" fmla="*/ 1377471 w 2334182"/>
                  <a:gd name="connsiteY52" fmla="*/ 1231555 h 2236619"/>
                  <a:gd name="connsiteX53" fmla="*/ 1406932 w 2334182"/>
                  <a:gd name="connsiteY53" fmla="*/ 1237756 h 2236619"/>
                  <a:gd name="connsiteX54" fmla="*/ 1441818 w 2334182"/>
                  <a:gd name="connsiteY54" fmla="*/ 1240082 h 2236619"/>
                  <a:gd name="connsiteX55" fmla="*/ 1484458 w 2334182"/>
                  <a:gd name="connsiteY55" fmla="*/ 1239307 h 2236619"/>
                  <a:gd name="connsiteX56" fmla="*/ 1502289 w 2334182"/>
                  <a:gd name="connsiteY56" fmla="*/ 1267216 h 2236619"/>
                  <a:gd name="connsiteX57" fmla="*/ 1523996 w 2334182"/>
                  <a:gd name="connsiteY57" fmla="*/ 1296677 h 2236619"/>
                  <a:gd name="connsiteX58" fmla="*/ 1548805 w 2334182"/>
                  <a:gd name="connsiteY58" fmla="*/ 1327687 h 2236619"/>
                  <a:gd name="connsiteX59" fmla="*/ 1577490 w 2334182"/>
                  <a:gd name="connsiteY59" fmla="*/ 1357146 h 2236619"/>
                  <a:gd name="connsiteX60" fmla="*/ 1606949 w 2334182"/>
                  <a:gd name="connsiteY60" fmla="*/ 1385831 h 2236619"/>
                  <a:gd name="connsiteX61" fmla="*/ 1636410 w 2334182"/>
                  <a:gd name="connsiteY61" fmla="*/ 1406764 h 2236619"/>
                  <a:gd name="connsiteX62" fmla="*/ 1665870 w 2334182"/>
                  <a:gd name="connsiteY62" fmla="*/ 1422268 h 2236619"/>
                  <a:gd name="connsiteX63" fmla="*/ 1691453 w 2334182"/>
                  <a:gd name="connsiteY63" fmla="*/ 1429246 h 2236619"/>
                  <a:gd name="connsiteX64" fmla="*/ 1720914 w 2334182"/>
                  <a:gd name="connsiteY64" fmla="*/ 1430797 h 2236619"/>
                  <a:gd name="connsiteX65" fmla="*/ 1753474 w 2334182"/>
                  <a:gd name="connsiteY65" fmla="*/ 1429246 h 2236619"/>
                  <a:gd name="connsiteX66" fmla="*/ 1787587 w 2334182"/>
                  <a:gd name="connsiteY66" fmla="*/ 1426145 h 2236619"/>
                  <a:gd name="connsiteX67" fmla="*/ 1822473 w 2334182"/>
                  <a:gd name="connsiteY67" fmla="*/ 1419168 h 2236619"/>
                  <a:gd name="connsiteX68" fmla="*/ 1856584 w 2334182"/>
                  <a:gd name="connsiteY68" fmla="*/ 1410640 h 2236619"/>
                  <a:gd name="connsiteX69" fmla="*/ 1889921 w 2334182"/>
                  <a:gd name="connsiteY69" fmla="*/ 1401336 h 2236619"/>
                  <a:gd name="connsiteX70" fmla="*/ 1920156 w 2334182"/>
                  <a:gd name="connsiteY70" fmla="*/ 1389708 h 2236619"/>
                  <a:gd name="connsiteX71" fmla="*/ 1948066 w 2334182"/>
                  <a:gd name="connsiteY71" fmla="*/ 1378853 h 2236619"/>
                  <a:gd name="connsiteX72" fmla="*/ 1968998 w 2334182"/>
                  <a:gd name="connsiteY72" fmla="*/ 1367225 h 2236619"/>
                  <a:gd name="connsiteX73" fmla="*/ 1986054 w 2334182"/>
                  <a:gd name="connsiteY73" fmla="*/ 1357146 h 2236619"/>
                  <a:gd name="connsiteX74" fmla="*/ 2011638 w 2334182"/>
                  <a:gd name="connsiteY74" fmla="*/ 1337766 h 2236619"/>
                  <a:gd name="connsiteX75" fmla="*/ 2036446 w 2334182"/>
                  <a:gd name="connsiteY75" fmla="*/ 1315283 h 2236619"/>
                  <a:gd name="connsiteX76" fmla="*/ 2060480 w 2334182"/>
                  <a:gd name="connsiteY76" fmla="*/ 1291250 h 2236619"/>
                  <a:gd name="connsiteX77" fmla="*/ 2084513 w 2334182"/>
                  <a:gd name="connsiteY77" fmla="*/ 1265666 h 2236619"/>
                  <a:gd name="connsiteX78" fmla="*/ 2106995 w 2334182"/>
                  <a:gd name="connsiteY78" fmla="*/ 1236205 h 2236619"/>
                  <a:gd name="connsiteX79" fmla="*/ 2127153 w 2334182"/>
                  <a:gd name="connsiteY79" fmla="*/ 1205195 h 2236619"/>
                  <a:gd name="connsiteX80" fmla="*/ 2144983 w 2334182"/>
                  <a:gd name="connsiteY80" fmla="*/ 1171083 h 2236619"/>
                  <a:gd name="connsiteX81" fmla="*/ 2160488 w 2334182"/>
                  <a:gd name="connsiteY81" fmla="*/ 1133095 h 2236619"/>
                  <a:gd name="connsiteX82" fmla="*/ 2172117 w 2334182"/>
                  <a:gd name="connsiteY82" fmla="*/ 1093557 h 2236619"/>
                  <a:gd name="connsiteX83" fmla="*/ 2180645 w 2334182"/>
                  <a:gd name="connsiteY83" fmla="*/ 1048591 h 2236619"/>
                  <a:gd name="connsiteX84" fmla="*/ 2183747 w 2334182"/>
                  <a:gd name="connsiteY84" fmla="*/ 1002076 h 2236619"/>
                  <a:gd name="connsiteX85" fmla="*/ 2182196 w 2334182"/>
                  <a:gd name="connsiteY85" fmla="*/ 950133 h 2236619"/>
                  <a:gd name="connsiteX86" fmla="*/ 2175218 w 2334182"/>
                  <a:gd name="connsiteY86" fmla="*/ 895090 h 2236619"/>
                  <a:gd name="connsiteX87" fmla="*/ 2158162 w 2334182"/>
                  <a:gd name="connsiteY87" fmla="*/ 812912 h 2236619"/>
                  <a:gd name="connsiteX88" fmla="*/ 2137231 w 2334182"/>
                  <a:gd name="connsiteY88" fmla="*/ 736936 h 2236619"/>
                  <a:gd name="connsiteX89" fmla="*/ 2110096 w 2334182"/>
                  <a:gd name="connsiteY89" fmla="*/ 664061 h 2236619"/>
                  <a:gd name="connsiteX90" fmla="*/ 2077535 w 2334182"/>
                  <a:gd name="connsiteY90" fmla="*/ 595837 h 2236619"/>
                  <a:gd name="connsiteX91" fmla="*/ 2041098 w 2334182"/>
                  <a:gd name="connsiteY91" fmla="*/ 533041 h 2236619"/>
                  <a:gd name="connsiteX92" fmla="*/ 1997683 w 2334182"/>
                  <a:gd name="connsiteY92" fmla="*/ 473346 h 2236619"/>
                  <a:gd name="connsiteX93" fmla="*/ 1951167 w 2334182"/>
                  <a:gd name="connsiteY93" fmla="*/ 419853 h 2236619"/>
                  <a:gd name="connsiteX94" fmla="*/ 1896899 w 2334182"/>
                  <a:gd name="connsiteY94" fmla="*/ 371786 h 2236619"/>
                  <a:gd name="connsiteX95" fmla="*/ 1841079 w 2334182"/>
                  <a:gd name="connsiteY95" fmla="*/ 326821 h 2236619"/>
                  <a:gd name="connsiteX96" fmla="*/ 1777508 w 2334182"/>
                  <a:gd name="connsiteY96" fmla="*/ 288833 h 2236619"/>
                  <a:gd name="connsiteX97" fmla="*/ 1710061 w 2334182"/>
                  <a:gd name="connsiteY97" fmla="*/ 254722 h 2236619"/>
                  <a:gd name="connsiteX98" fmla="*/ 1637960 w 2334182"/>
                  <a:gd name="connsiteY98" fmla="*/ 225261 h 2236619"/>
                  <a:gd name="connsiteX99" fmla="*/ 1560433 w 2334182"/>
                  <a:gd name="connsiteY99" fmla="*/ 202779 h 2236619"/>
                  <a:gd name="connsiteX100" fmla="*/ 1477481 w 2334182"/>
                  <a:gd name="connsiteY100" fmla="*/ 184948 h 2236619"/>
                  <a:gd name="connsiteX101" fmla="*/ 1391427 w 2334182"/>
                  <a:gd name="connsiteY101" fmla="*/ 171768 h 2236619"/>
                  <a:gd name="connsiteX102" fmla="*/ 1298395 w 2334182"/>
                  <a:gd name="connsiteY102" fmla="*/ 164791 h 2236619"/>
                  <a:gd name="connsiteX103" fmla="*/ 1200712 w 2334182"/>
                  <a:gd name="connsiteY103" fmla="*/ 163240 h 2236619"/>
                  <a:gd name="connsiteX104" fmla="*/ 1083647 w 2334182"/>
                  <a:gd name="connsiteY104" fmla="*/ 171768 h 2236619"/>
                  <a:gd name="connsiteX105" fmla="*/ 1112347 w 2334182"/>
                  <a:gd name="connsiteY105" fmla="*/ 7377 h 2236619"/>
                  <a:gd name="connsiteX106" fmla="*/ 1202794 w 2334182"/>
                  <a:gd name="connsiteY106" fmla="*/ 0 h 2236619"/>
                  <a:gd name="connsiteX107" fmla="*/ 1304349 w 2334182"/>
                  <a:gd name="connsiteY107" fmla="*/ 820 h 2236619"/>
                  <a:gd name="connsiteX108" fmla="*/ 1399557 w 2334182"/>
                  <a:gd name="connsiteY108" fmla="*/ 8195 h 2236619"/>
                  <a:gd name="connsiteX109" fmla="*/ 1490005 w 2334182"/>
                  <a:gd name="connsiteY109" fmla="*/ 20490 h 2236619"/>
                  <a:gd name="connsiteX110" fmla="*/ 1576486 w 2334182"/>
                  <a:gd name="connsiteY110" fmla="*/ 38520 h 2236619"/>
                  <a:gd name="connsiteX111" fmla="*/ 1658999 w 2334182"/>
                  <a:gd name="connsiteY111" fmla="*/ 60649 h 2236619"/>
                  <a:gd name="connsiteX112" fmla="*/ 1735165 w 2334182"/>
                  <a:gd name="connsiteY112" fmla="*/ 89334 h 2236619"/>
                  <a:gd name="connsiteX113" fmla="*/ 1808952 w 2334182"/>
                  <a:gd name="connsiteY113" fmla="*/ 120478 h 2236619"/>
                  <a:gd name="connsiteX114" fmla="*/ 1876391 w 2334182"/>
                  <a:gd name="connsiteY114" fmla="*/ 157358 h 2236619"/>
                  <a:gd name="connsiteX115" fmla="*/ 1939862 w 2334182"/>
                  <a:gd name="connsiteY115" fmla="*/ 199157 h 2236619"/>
                  <a:gd name="connsiteX116" fmla="*/ 2000955 w 2334182"/>
                  <a:gd name="connsiteY116" fmla="*/ 245873 h 2236619"/>
                  <a:gd name="connsiteX117" fmla="*/ 2055699 w 2334182"/>
                  <a:gd name="connsiteY117" fmla="*/ 295866 h 2236619"/>
                  <a:gd name="connsiteX118" fmla="*/ 2105683 w 2334182"/>
                  <a:gd name="connsiteY118" fmla="*/ 351598 h 2236619"/>
                  <a:gd name="connsiteX119" fmla="*/ 2152493 w 2334182"/>
                  <a:gd name="connsiteY119" fmla="*/ 409787 h 2236619"/>
                  <a:gd name="connsiteX120" fmla="*/ 2193750 w 2334182"/>
                  <a:gd name="connsiteY120" fmla="*/ 472075 h 2236619"/>
                  <a:gd name="connsiteX121" fmla="*/ 2231834 w 2334182"/>
                  <a:gd name="connsiteY121" fmla="*/ 537641 h 2236619"/>
                  <a:gd name="connsiteX122" fmla="*/ 2257223 w 2334182"/>
                  <a:gd name="connsiteY122" fmla="*/ 592553 h 2236619"/>
                  <a:gd name="connsiteX123" fmla="*/ 2279437 w 2334182"/>
                  <a:gd name="connsiteY123" fmla="*/ 654021 h 2236619"/>
                  <a:gd name="connsiteX124" fmla="*/ 2299273 w 2334182"/>
                  <a:gd name="connsiteY124" fmla="*/ 721226 h 2236619"/>
                  <a:gd name="connsiteX125" fmla="*/ 2315141 w 2334182"/>
                  <a:gd name="connsiteY125" fmla="*/ 794168 h 2236619"/>
                  <a:gd name="connsiteX126" fmla="*/ 2327042 w 2334182"/>
                  <a:gd name="connsiteY126" fmla="*/ 868749 h 2236619"/>
                  <a:gd name="connsiteX127" fmla="*/ 2332595 w 2334182"/>
                  <a:gd name="connsiteY127" fmla="*/ 945790 h 2236619"/>
                  <a:gd name="connsiteX128" fmla="*/ 2334182 w 2334182"/>
                  <a:gd name="connsiteY128" fmla="*/ 1024469 h 2236619"/>
                  <a:gd name="connsiteX129" fmla="*/ 2329422 w 2334182"/>
                  <a:gd name="connsiteY129" fmla="*/ 1102329 h 2236619"/>
                  <a:gd name="connsiteX130" fmla="*/ 2319901 w 2334182"/>
                  <a:gd name="connsiteY130" fmla="*/ 1178549 h 2236619"/>
                  <a:gd name="connsiteX131" fmla="*/ 2302446 w 2334182"/>
                  <a:gd name="connsiteY131" fmla="*/ 1253131 h 2236619"/>
                  <a:gd name="connsiteX132" fmla="*/ 2279438 w 2334182"/>
                  <a:gd name="connsiteY132" fmla="*/ 1317056 h 2236619"/>
                  <a:gd name="connsiteX133" fmla="*/ 2251669 w 2334182"/>
                  <a:gd name="connsiteY133" fmla="*/ 1376887 h 2236619"/>
                  <a:gd name="connsiteX134" fmla="*/ 2218347 w 2334182"/>
                  <a:gd name="connsiteY134" fmla="*/ 1431798 h 2236619"/>
                  <a:gd name="connsiteX135" fmla="*/ 2184230 w 2334182"/>
                  <a:gd name="connsiteY135" fmla="*/ 1485070 h 2236619"/>
                  <a:gd name="connsiteX136" fmla="*/ 2146146 w 2334182"/>
                  <a:gd name="connsiteY136" fmla="*/ 1537523 h 2236619"/>
                  <a:gd name="connsiteX137" fmla="*/ 2108857 w 2334182"/>
                  <a:gd name="connsiteY137" fmla="*/ 1586698 h 2236619"/>
                  <a:gd name="connsiteX138" fmla="*/ 2071567 w 2334182"/>
                  <a:gd name="connsiteY138" fmla="*/ 1637511 h 2236619"/>
                  <a:gd name="connsiteX139" fmla="*/ 2035070 w 2334182"/>
                  <a:gd name="connsiteY139" fmla="*/ 1688324 h 2236619"/>
                  <a:gd name="connsiteX140" fmla="*/ 2010476 w 2334182"/>
                  <a:gd name="connsiteY140" fmla="*/ 1729303 h 2236619"/>
                  <a:gd name="connsiteX141" fmla="*/ 1990641 w 2334182"/>
                  <a:gd name="connsiteY141" fmla="*/ 1776019 h 2236619"/>
                  <a:gd name="connsiteX142" fmla="*/ 1974772 w 2334182"/>
                  <a:gd name="connsiteY142" fmla="*/ 1825194 h 2236619"/>
                  <a:gd name="connsiteX143" fmla="*/ 1962078 w 2334182"/>
                  <a:gd name="connsiteY143" fmla="*/ 1878466 h 2236619"/>
                  <a:gd name="connsiteX144" fmla="*/ 1960491 w 2334182"/>
                  <a:gd name="connsiteY144" fmla="*/ 1903872 h 2236619"/>
                  <a:gd name="connsiteX145" fmla="*/ 1962078 w 2334182"/>
                  <a:gd name="connsiteY145" fmla="*/ 1934197 h 2236619"/>
                  <a:gd name="connsiteX146" fmla="*/ 1966044 w 2334182"/>
                  <a:gd name="connsiteY146" fmla="*/ 1971077 h 2236619"/>
                  <a:gd name="connsiteX147" fmla="*/ 1971598 w 2334182"/>
                  <a:gd name="connsiteY147" fmla="*/ 2009597 h 2236619"/>
                  <a:gd name="connsiteX148" fmla="*/ 1980326 w 2334182"/>
                  <a:gd name="connsiteY148" fmla="*/ 2051395 h 2236619"/>
                  <a:gd name="connsiteX149" fmla="*/ 1990640 w 2334182"/>
                  <a:gd name="connsiteY149" fmla="*/ 2093195 h 2236619"/>
                  <a:gd name="connsiteX150" fmla="*/ 1991123 w 2334182"/>
                  <a:gd name="connsiteY150" fmla="*/ 2095075 h 2236619"/>
                  <a:gd name="connsiteX151" fmla="*/ 1211165 w 2334182"/>
                  <a:gd name="connsiteY151" fmla="*/ 2159073 h 2236619"/>
                  <a:gd name="connsiteX152" fmla="*/ 1185737 w 2334182"/>
                  <a:gd name="connsiteY152" fmla="*/ 2196789 h 2236619"/>
                  <a:gd name="connsiteX153" fmla="*/ 951135 w 2334182"/>
                  <a:gd name="connsiteY153" fmla="*/ 2223889 h 2236619"/>
                  <a:gd name="connsiteX154" fmla="*/ 947319 w 2334182"/>
                  <a:gd name="connsiteY154" fmla="*/ 2215311 h 2236619"/>
                  <a:gd name="connsiteX155" fmla="*/ 933038 w 2334182"/>
                  <a:gd name="connsiteY155" fmla="*/ 2191544 h 2236619"/>
                  <a:gd name="connsiteX156" fmla="*/ 917170 w 2334182"/>
                  <a:gd name="connsiteY156" fmla="*/ 2176791 h 2236619"/>
                  <a:gd name="connsiteX157" fmla="*/ 899716 w 2334182"/>
                  <a:gd name="connsiteY157" fmla="*/ 2169415 h 2236619"/>
                  <a:gd name="connsiteX158" fmla="*/ 879881 w 2334182"/>
                  <a:gd name="connsiteY158" fmla="*/ 2166136 h 2236619"/>
                  <a:gd name="connsiteX159" fmla="*/ 856872 w 2334182"/>
                  <a:gd name="connsiteY159" fmla="*/ 2167777 h 2236619"/>
                  <a:gd name="connsiteX160" fmla="*/ 833864 w 2334182"/>
                  <a:gd name="connsiteY160" fmla="*/ 2171054 h 2236619"/>
                  <a:gd name="connsiteX161" fmla="*/ 812442 w 2334182"/>
                  <a:gd name="connsiteY161" fmla="*/ 2176791 h 2236619"/>
                  <a:gd name="connsiteX162" fmla="*/ 791813 w 2334182"/>
                  <a:gd name="connsiteY162" fmla="*/ 2182528 h 2236619"/>
                  <a:gd name="connsiteX163" fmla="*/ 772771 w 2334182"/>
                  <a:gd name="connsiteY163" fmla="*/ 2188264 h 2236619"/>
                  <a:gd name="connsiteX164" fmla="*/ 758490 w 2334182"/>
                  <a:gd name="connsiteY164" fmla="*/ 2193182 h 2236619"/>
                  <a:gd name="connsiteX165" fmla="*/ 724374 w 2334182"/>
                  <a:gd name="connsiteY165" fmla="*/ 2204657 h 2236619"/>
                  <a:gd name="connsiteX166" fmla="*/ 685497 w 2334182"/>
                  <a:gd name="connsiteY166" fmla="*/ 2215311 h 2236619"/>
                  <a:gd name="connsiteX167" fmla="*/ 641861 w 2334182"/>
                  <a:gd name="connsiteY167" fmla="*/ 2224326 h 2236619"/>
                  <a:gd name="connsiteX168" fmla="*/ 595844 w 2334182"/>
                  <a:gd name="connsiteY168" fmla="*/ 2230063 h 2236619"/>
                  <a:gd name="connsiteX169" fmla="*/ 549827 w 2334182"/>
                  <a:gd name="connsiteY169" fmla="*/ 2234981 h 2236619"/>
                  <a:gd name="connsiteX170" fmla="*/ 503016 w 2334182"/>
                  <a:gd name="connsiteY170" fmla="*/ 2236619 h 2236619"/>
                  <a:gd name="connsiteX171" fmla="*/ 458585 w 2334182"/>
                  <a:gd name="connsiteY171" fmla="*/ 2233342 h 2236619"/>
                  <a:gd name="connsiteX172" fmla="*/ 416535 w 2334182"/>
                  <a:gd name="connsiteY172" fmla="*/ 2225965 h 2236619"/>
                  <a:gd name="connsiteX173" fmla="*/ 393527 w 2334182"/>
                  <a:gd name="connsiteY173" fmla="*/ 2220229 h 2236619"/>
                  <a:gd name="connsiteX174" fmla="*/ 370518 w 2334182"/>
                  <a:gd name="connsiteY174" fmla="*/ 2209574 h 2236619"/>
                  <a:gd name="connsiteX175" fmla="*/ 347509 w 2334182"/>
                  <a:gd name="connsiteY175" fmla="*/ 2197280 h 2236619"/>
                  <a:gd name="connsiteX176" fmla="*/ 327675 w 2334182"/>
                  <a:gd name="connsiteY176" fmla="*/ 2182528 h 2236619"/>
                  <a:gd name="connsiteX177" fmla="*/ 307047 w 2334182"/>
                  <a:gd name="connsiteY177" fmla="*/ 2164497 h 2236619"/>
                  <a:gd name="connsiteX178" fmla="*/ 291178 w 2334182"/>
                  <a:gd name="connsiteY178" fmla="*/ 2145647 h 2236619"/>
                  <a:gd name="connsiteX179" fmla="*/ 280070 w 2334182"/>
                  <a:gd name="connsiteY179" fmla="*/ 2121880 h 2236619"/>
                  <a:gd name="connsiteX180" fmla="*/ 271342 w 2334182"/>
                  <a:gd name="connsiteY180" fmla="*/ 2094833 h 2236619"/>
                  <a:gd name="connsiteX181" fmla="*/ 268169 w 2334182"/>
                  <a:gd name="connsiteY181" fmla="*/ 2065329 h 2236619"/>
                  <a:gd name="connsiteX182" fmla="*/ 271342 w 2334182"/>
                  <a:gd name="connsiteY182" fmla="*/ 2032546 h 2236619"/>
                  <a:gd name="connsiteX183" fmla="*/ 275310 w 2334182"/>
                  <a:gd name="connsiteY183" fmla="*/ 2009597 h 2236619"/>
                  <a:gd name="connsiteX184" fmla="*/ 280864 w 2334182"/>
                  <a:gd name="connsiteY184" fmla="*/ 1984191 h 2236619"/>
                  <a:gd name="connsiteX185" fmla="*/ 287211 w 2334182"/>
                  <a:gd name="connsiteY185" fmla="*/ 1957964 h 2236619"/>
                  <a:gd name="connsiteX186" fmla="*/ 289591 w 2334182"/>
                  <a:gd name="connsiteY186" fmla="*/ 1932558 h 2236619"/>
                  <a:gd name="connsiteX187" fmla="*/ 289591 w 2334182"/>
                  <a:gd name="connsiteY187" fmla="*/ 1905512 h 2236619"/>
                  <a:gd name="connsiteX188" fmla="*/ 282450 w 2334182"/>
                  <a:gd name="connsiteY188" fmla="*/ 1881745 h 2236619"/>
                  <a:gd name="connsiteX189" fmla="*/ 275310 w 2334182"/>
                  <a:gd name="connsiteY189" fmla="*/ 1868630 h 2236619"/>
                  <a:gd name="connsiteX190" fmla="*/ 262615 w 2334182"/>
                  <a:gd name="connsiteY190" fmla="*/ 1856338 h 2236619"/>
                  <a:gd name="connsiteX191" fmla="*/ 249128 w 2334182"/>
                  <a:gd name="connsiteY191" fmla="*/ 1847322 h 2236619"/>
                  <a:gd name="connsiteX192" fmla="*/ 234847 w 2334182"/>
                  <a:gd name="connsiteY192" fmla="*/ 1839945 h 2236619"/>
                  <a:gd name="connsiteX193" fmla="*/ 220565 w 2334182"/>
                  <a:gd name="connsiteY193" fmla="*/ 1829291 h 2236619"/>
                  <a:gd name="connsiteX194" fmla="*/ 209457 w 2334182"/>
                  <a:gd name="connsiteY194" fmla="*/ 1817817 h 2236619"/>
                  <a:gd name="connsiteX195" fmla="*/ 200730 w 2334182"/>
                  <a:gd name="connsiteY195" fmla="*/ 1803065 h 2236619"/>
                  <a:gd name="connsiteX196" fmla="*/ 197557 w 2334182"/>
                  <a:gd name="connsiteY196" fmla="*/ 1786674 h 2236619"/>
                  <a:gd name="connsiteX197" fmla="*/ 199143 w 2334182"/>
                  <a:gd name="connsiteY197" fmla="*/ 1770281 h 2236619"/>
                  <a:gd name="connsiteX198" fmla="*/ 204697 w 2334182"/>
                  <a:gd name="connsiteY198" fmla="*/ 1754709 h 2236619"/>
                  <a:gd name="connsiteX199" fmla="*/ 211838 w 2334182"/>
                  <a:gd name="connsiteY199" fmla="*/ 1741596 h 2236619"/>
                  <a:gd name="connsiteX200" fmla="*/ 216598 w 2334182"/>
                  <a:gd name="connsiteY200" fmla="*/ 1728483 h 2236619"/>
                  <a:gd name="connsiteX201" fmla="*/ 193590 w 2334182"/>
                  <a:gd name="connsiteY201" fmla="*/ 1712092 h 2236619"/>
                  <a:gd name="connsiteX202" fmla="*/ 177722 w 2334182"/>
                  <a:gd name="connsiteY202" fmla="*/ 1695701 h 2236619"/>
                  <a:gd name="connsiteX203" fmla="*/ 168994 w 2334182"/>
                  <a:gd name="connsiteY203" fmla="*/ 1679309 h 2236619"/>
                  <a:gd name="connsiteX204" fmla="*/ 167408 w 2334182"/>
                  <a:gd name="connsiteY204" fmla="*/ 1661278 h 2236619"/>
                  <a:gd name="connsiteX205" fmla="*/ 169787 w 2334182"/>
                  <a:gd name="connsiteY205" fmla="*/ 1644887 h 2236619"/>
                  <a:gd name="connsiteX206" fmla="*/ 176135 w 2334182"/>
                  <a:gd name="connsiteY206" fmla="*/ 1626857 h 2236619"/>
                  <a:gd name="connsiteX207" fmla="*/ 184862 w 2334182"/>
                  <a:gd name="connsiteY207" fmla="*/ 1608826 h 2236619"/>
                  <a:gd name="connsiteX208" fmla="*/ 194383 w 2334182"/>
                  <a:gd name="connsiteY208" fmla="*/ 1590796 h 2236619"/>
                  <a:gd name="connsiteX209" fmla="*/ 203111 w 2334182"/>
                  <a:gd name="connsiteY209" fmla="*/ 1571944 h 2236619"/>
                  <a:gd name="connsiteX210" fmla="*/ 211838 w 2334182"/>
                  <a:gd name="connsiteY210" fmla="*/ 1553914 h 2236619"/>
                  <a:gd name="connsiteX211" fmla="*/ 216598 w 2334182"/>
                  <a:gd name="connsiteY211" fmla="*/ 1534245 h 2236619"/>
                  <a:gd name="connsiteX212" fmla="*/ 200730 w 2334182"/>
                  <a:gd name="connsiteY212" fmla="*/ 1519492 h 2236619"/>
                  <a:gd name="connsiteX213" fmla="*/ 178514 w 2334182"/>
                  <a:gd name="connsiteY213" fmla="*/ 1508018 h 2236619"/>
                  <a:gd name="connsiteX214" fmla="*/ 153919 w 2334182"/>
                  <a:gd name="connsiteY214" fmla="*/ 1497364 h 2236619"/>
                  <a:gd name="connsiteX215" fmla="*/ 128531 w 2334182"/>
                  <a:gd name="connsiteY215" fmla="*/ 1488349 h 2236619"/>
                  <a:gd name="connsiteX216" fmla="*/ 102348 w 2334182"/>
                  <a:gd name="connsiteY216" fmla="*/ 1479333 h 2236619"/>
                  <a:gd name="connsiteX217" fmla="*/ 76166 w 2334182"/>
                  <a:gd name="connsiteY217" fmla="*/ 1470318 h 2236619"/>
                  <a:gd name="connsiteX218" fmla="*/ 51571 w 2334182"/>
                  <a:gd name="connsiteY218" fmla="*/ 1459663 h 2236619"/>
                  <a:gd name="connsiteX219" fmla="*/ 31736 w 2334182"/>
                  <a:gd name="connsiteY219" fmla="*/ 1448189 h 2236619"/>
                  <a:gd name="connsiteX220" fmla="*/ 14281 w 2334182"/>
                  <a:gd name="connsiteY220" fmla="*/ 1431798 h 2236619"/>
                  <a:gd name="connsiteX221" fmla="*/ 3967 w 2334182"/>
                  <a:gd name="connsiteY221" fmla="*/ 1412128 h 2236619"/>
                  <a:gd name="connsiteX222" fmla="*/ 0 w 2334182"/>
                  <a:gd name="connsiteY222" fmla="*/ 1391638 h 2236619"/>
                  <a:gd name="connsiteX223" fmla="*/ 3174 w 2334182"/>
                  <a:gd name="connsiteY223" fmla="*/ 1371969 h 2236619"/>
                  <a:gd name="connsiteX224" fmla="*/ 10314 w 2334182"/>
                  <a:gd name="connsiteY224" fmla="*/ 1353938 h 2236619"/>
                  <a:gd name="connsiteX225" fmla="*/ 21422 w 2334182"/>
                  <a:gd name="connsiteY225" fmla="*/ 1339185 h 2236619"/>
                  <a:gd name="connsiteX226" fmla="*/ 34909 w 2334182"/>
                  <a:gd name="connsiteY226" fmla="*/ 1324433 h 2236619"/>
                  <a:gd name="connsiteX227" fmla="*/ 47604 w 2334182"/>
                  <a:gd name="connsiteY227" fmla="*/ 1312140 h 2236619"/>
                  <a:gd name="connsiteX228" fmla="*/ 57919 w 2334182"/>
                  <a:gd name="connsiteY228" fmla="*/ 1302305 h 2236619"/>
                  <a:gd name="connsiteX229" fmla="*/ 88068 w 2334182"/>
                  <a:gd name="connsiteY229" fmla="*/ 1266244 h 2236619"/>
                  <a:gd name="connsiteX230" fmla="*/ 119803 w 2334182"/>
                  <a:gd name="connsiteY230" fmla="*/ 1233461 h 2236619"/>
                  <a:gd name="connsiteX231" fmla="*/ 151540 w 2334182"/>
                  <a:gd name="connsiteY231" fmla="*/ 1200677 h 2236619"/>
                  <a:gd name="connsiteX232" fmla="*/ 181689 w 2334182"/>
                  <a:gd name="connsiteY232" fmla="*/ 1164615 h 2236619"/>
                  <a:gd name="connsiteX233" fmla="*/ 210251 w 2334182"/>
                  <a:gd name="connsiteY233" fmla="*/ 1129374 h 2236619"/>
                  <a:gd name="connsiteX234" fmla="*/ 236433 w 2334182"/>
                  <a:gd name="connsiteY234" fmla="*/ 1089215 h 2236619"/>
                  <a:gd name="connsiteX235" fmla="*/ 257855 w 2334182"/>
                  <a:gd name="connsiteY235" fmla="*/ 1045778 h 2236619"/>
                  <a:gd name="connsiteX236" fmla="*/ 269756 w 2334182"/>
                  <a:gd name="connsiteY236" fmla="*/ 1009716 h 2236619"/>
                  <a:gd name="connsiteX237" fmla="*/ 273723 w 2334182"/>
                  <a:gd name="connsiteY237" fmla="*/ 974475 h 2236619"/>
                  <a:gd name="connsiteX238" fmla="*/ 273723 w 2334182"/>
                  <a:gd name="connsiteY238" fmla="*/ 936775 h 2236619"/>
                  <a:gd name="connsiteX239" fmla="*/ 272930 w 2334182"/>
                  <a:gd name="connsiteY239" fmla="*/ 896615 h 2236619"/>
                  <a:gd name="connsiteX240" fmla="*/ 271342 w 2334182"/>
                  <a:gd name="connsiteY240" fmla="*/ 856456 h 2236619"/>
                  <a:gd name="connsiteX241" fmla="*/ 272930 w 2334182"/>
                  <a:gd name="connsiteY241" fmla="*/ 813019 h 2236619"/>
                  <a:gd name="connsiteX242" fmla="*/ 276896 w 2334182"/>
                  <a:gd name="connsiteY242" fmla="*/ 767123 h 2236619"/>
                  <a:gd name="connsiteX243" fmla="*/ 321327 w 2334182"/>
                  <a:gd name="connsiteY243" fmla="*/ 577800 h 2236619"/>
                  <a:gd name="connsiteX244" fmla="*/ 349096 w 2334182"/>
                  <a:gd name="connsiteY244" fmla="*/ 508956 h 2236619"/>
                  <a:gd name="connsiteX245" fmla="*/ 382419 w 2334182"/>
                  <a:gd name="connsiteY245" fmla="*/ 445030 h 2236619"/>
                  <a:gd name="connsiteX246" fmla="*/ 421295 w 2334182"/>
                  <a:gd name="connsiteY246" fmla="*/ 385200 h 2236619"/>
                  <a:gd name="connsiteX247" fmla="*/ 465726 w 2334182"/>
                  <a:gd name="connsiteY247" fmla="*/ 328650 h 2236619"/>
                  <a:gd name="connsiteX248" fmla="*/ 514917 w 2334182"/>
                  <a:gd name="connsiteY248" fmla="*/ 277017 h 2236619"/>
                  <a:gd name="connsiteX249" fmla="*/ 568074 w 2334182"/>
                  <a:gd name="connsiteY249" fmla="*/ 229481 h 2236619"/>
                  <a:gd name="connsiteX250" fmla="*/ 625993 w 2334182"/>
                  <a:gd name="connsiteY250" fmla="*/ 186044 h 2236619"/>
                  <a:gd name="connsiteX251" fmla="*/ 686291 w 2334182"/>
                  <a:gd name="connsiteY251" fmla="*/ 147523 h 2236619"/>
                  <a:gd name="connsiteX252" fmla="*/ 751351 w 2334182"/>
                  <a:gd name="connsiteY252" fmla="*/ 113101 h 2236619"/>
                  <a:gd name="connsiteX253" fmla="*/ 817996 w 2334182"/>
                  <a:gd name="connsiteY253" fmla="*/ 84416 h 2236619"/>
                  <a:gd name="connsiteX254" fmla="*/ 885434 w 2334182"/>
                  <a:gd name="connsiteY254" fmla="*/ 59010 h 2236619"/>
                  <a:gd name="connsiteX255" fmla="*/ 1112347 w 2334182"/>
                  <a:gd name="connsiteY255" fmla="*/ 7377 h 2236619"/>
                  <a:gd name="connsiteX0" fmla="*/ 1083647 w 2334182"/>
                  <a:gd name="connsiteY0" fmla="*/ 171768 h 2236619"/>
                  <a:gd name="connsiteX1" fmla="*/ 950300 w 2334182"/>
                  <a:gd name="connsiteY1" fmla="*/ 202779 h 2236619"/>
                  <a:gd name="connsiteX2" fmla="*/ 907661 w 2334182"/>
                  <a:gd name="connsiteY2" fmla="*/ 218284 h 2236619"/>
                  <a:gd name="connsiteX3" fmla="*/ 862695 w 2334182"/>
                  <a:gd name="connsiteY3" fmla="*/ 235340 h 2236619"/>
                  <a:gd name="connsiteX4" fmla="*/ 819281 w 2334182"/>
                  <a:gd name="connsiteY4" fmla="*/ 254722 h 2236619"/>
                  <a:gd name="connsiteX5" fmla="*/ 775091 w 2334182"/>
                  <a:gd name="connsiteY5" fmla="*/ 277980 h 2236619"/>
                  <a:gd name="connsiteX6" fmla="*/ 733227 w 2334182"/>
                  <a:gd name="connsiteY6" fmla="*/ 302787 h 2236619"/>
                  <a:gd name="connsiteX7" fmla="*/ 692138 w 2334182"/>
                  <a:gd name="connsiteY7" fmla="*/ 329922 h 2236619"/>
                  <a:gd name="connsiteX8" fmla="*/ 654149 w 2334182"/>
                  <a:gd name="connsiteY8" fmla="*/ 360932 h 2236619"/>
                  <a:gd name="connsiteX9" fmla="*/ 618487 w 2334182"/>
                  <a:gd name="connsiteY9" fmla="*/ 394269 h 2236619"/>
                  <a:gd name="connsiteX10" fmla="*/ 586702 w 2334182"/>
                  <a:gd name="connsiteY10" fmla="*/ 431482 h 2236619"/>
                  <a:gd name="connsiteX11" fmla="*/ 558017 w 2334182"/>
                  <a:gd name="connsiteY11" fmla="*/ 469469 h 2236619"/>
                  <a:gd name="connsiteX12" fmla="*/ 535534 w 2334182"/>
                  <a:gd name="connsiteY12" fmla="*/ 511334 h 2236619"/>
                  <a:gd name="connsiteX13" fmla="*/ 516928 w 2334182"/>
                  <a:gd name="connsiteY13" fmla="*/ 557074 h 2236619"/>
                  <a:gd name="connsiteX14" fmla="*/ 506075 w 2334182"/>
                  <a:gd name="connsiteY14" fmla="*/ 604366 h 2236619"/>
                  <a:gd name="connsiteX15" fmla="*/ 500647 w 2334182"/>
                  <a:gd name="connsiteY15" fmla="*/ 657083 h 2236619"/>
                  <a:gd name="connsiteX16" fmla="*/ 502973 w 2334182"/>
                  <a:gd name="connsiteY16" fmla="*/ 693521 h 2236619"/>
                  <a:gd name="connsiteX17" fmla="*/ 513051 w 2334182"/>
                  <a:gd name="connsiteY17" fmla="*/ 727633 h 2236619"/>
                  <a:gd name="connsiteX18" fmla="*/ 527007 w 2334182"/>
                  <a:gd name="connsiteY18" fmla="*/ 758644 h 2236619"/>
                  <a:gd name="connsiteX19" fmla="*/ 547163 w 2334182"/>
                  <a:gd name="connsiteY19" fmla="*/ 786552 h 2236619"/>
                  <a:gd name="connsiteX20" fmla="*/ 568095 w 2334182"/>
                  <a:gd name="connsiteY20" fmla="*/ 812912 h 2236619"/>
                  <a:gd name="connsiteX21" fmla="*/ 592129 w 2334182"/>
                  <a:gd name="connsiteY21" fmla="*/ 836170 h 2236619"/>
                  <a:gd name="connsiteX22" fmla="*/ 616162 w 2334182"/>
                  <a:gd name="connsiteY22" fmla="*/ 854001 h 2236619"/>
                  <a:gd name="connsiteX23" fmla="*/ 640970 w 2334182"/>
                  <a:gd name="connsiteY23" fmla="*/ 871056 h 2236619"/>
                  <a:gd name="connsiteX24" fmla="*/ 673532 w 2334182"/>
                  <a:gd name="connsiteY24" fmla="*/ 883460 h 2236619"/>
                  <a:gd name="connsiteX25" fmla="*/ 709194 w 2334182"/>
                  <a:gd name="connsiteY25" fmla="*/ 891988 h 2236619"/>
                  <a:gd name="connsiteX26" fmla="*/ 748732 w 2334182"/>
                  <a:gd name="connsiteY26" fmla="*/ 898190 h 2236619"/>
                  <a:gd name="connsiteX27" fmla="*/ 790596 w 2334182"/>
                  <a:gd name="connsiteY27" fmla="*/ 902067 h 2236619"/>
                  <a:gd name="connsiteX28" fmla="*/ 834786 w 2334182"/>
                  <a:gd name="connsiteY28" fmla="*/ 905168 h 2236619"/>
                  <a:gd name="connsiteX29" fmla="*/ 878201 w 2334182"/>
                  <a:gd name="connsiteY29" fmla="*/ 905943 h 2236619"/>
                  <a:gd name="connsiteX30" fmla="*/ 923167 w 2334182"/>
                  <a:gd name="connsiteY30" fmla="*/ 905943 h 2236619"/>
                  <a:gd name="connsiteX31" fmla="*/ 968132 w 2334182"/>
                  <a:gd name="connsiteY31" fmla="*/ 907493 h 2236619"/>
                  <a:gd name="connsiteX32" fmla="*/ 1010772 w 2334182"/>
                  <a:gd name="connsiteY32" fmla="*/ 910595 h 2236619"/>
                  <a:gd name="connsiteX33" fmla="*/ 1050310 w 2334182"/>
                  <a:gd name="connsiteY33" fmla="*/ 913696 h 2236619"/>
                  <a:gd name="connsiteX34" fmla="*/ 1086747 w 2334182"/>
                  <a:gd name="connsiteY34" fmla="*/ 919122 h 2236619"/>
                  <a:gd name="connsiteX35" fmla="*/ 1120859 w 2334182"/>
                  <a:gd name="connsiteY35" fmla="*/ 927650 h 2236619"/>
                  <a:gd name="connsiteX36" fmla="*/ 1148768 w 2334182"/>
                  <a:gd name="connsiteY36" fmla="*/ 938505 h 2236619"/>
                  <a:gd name="connsiteX37" fmla="*/ 1169700 w 2334182"/>
                  <a:gd name="connsiteY37" fmla="*/ 954009 h 2236619"/>
                  <a:gd name="connsiteX38" fmla="*/ 1186756 w 2334182"/>
                  <a:gd name="connsiteY38" fmla="*/ 971065 h 2236619"/>
                  <a:gd name="connsiteX39" fmla="*/ 1202261 w 2334182"/>
                  <a:gd name="connsiteY39" fmla="*/ 991222 h 2236619"/>
                  <a:gd name="connsiteX40" fmla="*/ 1213891 w 2334182"/>
                  <a:gd name="connsiteY40" fmla="*/ 1010604 h 2236619"/>
                  <a:gd name="connsiteX41" fmla="*/ 1224744 w 2334182"/>
                  <a:gd name="connsiteY41" fmla="*/ 1033086 h 2236619"/>
                  <a:gd name="connsiteX42" fmla="*/ 1233272 w 2334182"/>
                  <a:gd name="connsiteY42" fmla="*/ 1054018 h 2236619"/>
                  <a:gd name="connsiteX43" fmla="*/ 1241801 w 2334182"/>
                  <a:gd name="connsiteY43" fmla="*/ 1076501 h 2236619"/>
                  <a:gd name="connsiteX44" fmla="*/ 1250328 w 2334182"/>
                  <a:gd name="connsiteY44" fmla="*/ 1099759 h 2236619"/>
                  <a:gd name="connsiteX45" fmla="*/ 1260407 w 2334182"/>
                  <a:gd name="connsiteY45" fmla="*/ 1120691 h 2236619"/>
                  <a:gd name="connsiteX46" fmla="*/ 1269710 w 2334182"/>
                  <a:gd name="connsiteY46" fmla="*/ 1141624 h 2236619"/>
                  <a:gd name="connsiteX47" fmla="*/ 1281339 w 2334182"/>
                  <a:gd name="connsiteY47" fmla="*/ 1161780 h 2236619"/>
                  <a:gd name="connsiteX48" fmla="*/ 1293743 w 2334182"/>
                  <a:gd name="connsiteY48" fmla="*/ 1179611 h 2236619"/>
                  <a:gd name="connsiteX49" fmla="*/ 1309248 w 2334182"/>
                  <a:gd name="connsiteY49" fmla="*/ 1196668 h 2236619"/>
                  <a:gd name="connsiteX50" fmla="*/ 1327855 w 2334182"/>
                  <a:gd name="connsiteY50" fmla="*/ 1210622 h 2236619"/>
                  <a:gd name="connsiteX51" fmla="*/ 1350338 w 2334182"/>
                  <a:gd name="connsiteY51" fmla="*/ 1222251 h 2236619"/>
                  <a:gd name="connsiteX52" fmla="*/ 1377471 w 2334182"/>
                  <a:gd name="connsiteY52" fmla="*/ 1231555 h 2236619"/>
                  <a:gd name="connsiteX53" fmla="*/ 1406932 w 2334182"/>
                  <a:gd name="connsiteY53" fmla="*/ 1237756 h 2236619"/>
                  <a:gd name="connsiteX54" fmla="*/ 1441818 w 2334182"/>
                  <a:gd name="connsiteY54" fmla="*/ 1240082 h 2236619"/>
                  <a:gd name="connsiteX55" fmla="*/ 1484458 w 2334182"/>
                  <a:gd name="connsiteY55" fmla="*/ 1239307 h 2236619"/>
                  <a:gd name="connsiteX56" fmla="*/ 1502289 w 2334182"/>
                  <a:gd name="connsiteY56" fmla="*/ 1267216 h 2236619"/>
                  <a:gd name="connsiteX57" fmla="*/ 1523996 w 2334182"/>
                  <a:gd name="connsiteY57" fmla="*/ 1296677 h 2236619"/>
                  <a:gd name="connsiteX58" fmla="*/ 1548805 w 2334182"/>
                  <a:gd name="connsiteY58" fmla="*/ 1327687 h 2236619"/>
                  <a:gd name="connsiteX59" fmla="*/ 1577490 w 2334182"/>
                  <a:gd name="connsiteY59" fmla="*/ 1357146 h 2236619"/>
                  <a:gd name="connsiteX60" fmla="*/ 1606949 w 2334182"/>
                  <a:gd name="connsiteY60" fmla="*/ 1385831 h 2236619"/>
                  <a:gd name="connsiteX61" fmla="*/ 1636410 w 2334182"/>
                  <a:gd name="connsiteY61" fmla="*/ 1406764 h 2236619"/>
                  <a:gd name="connsiteX62" fmla="*/ 1665870 w 2334182"/>
                  <a:gd name="connsiteY62" fmla="*/ 1422268 h 2236619"/>
                  <a:gd name="connsiteX63" fmla="*/ 1691453 w 2334182"/>
                  <a:gd name="connsiteY63" fmla="*/ 1429246 h 2236619"/>
                  <a:gd name="connsiteX64" fmla="*/ 1720914 w 2334182"/>
                  <a:gd name="connsiteY64" fmla="*/ 1430797 h 2236619"/>
                  <a:gd name="connsiteX65" fmla="*/ 1753474 w 2334182"/>
                  <a:gd name="connsiteY65" fmla="*/ 1429246 h 2236619"/>
                  <a:gd name="connsiteX66" fmla="*/ 1787587 w 2334182"/>
                  <a:gd name="connsiteY66" fmla="*/ 1426145 h 2236619"/>
                  <a:gd name="connsiteX67" fmla="*/ 1822473 w 2334182"/>
                  <a:gd name="connsiteY67" fmla="*/ 1419168 h 2236619"/>
                  <a:gd name="connsiteX68" fmla="*/ 1856584 w 2334182"/>
                  <a:gd name="connsiteY68" fmla="*/ 1410640 h 2236619"/>
                  <a:gd name="connsiteX69" fmla="*/ 1889921 w 2334182"/>
                  <a:gd name="connsiteY69" fmla="*/ 1401336 h 2236619"/>
                  <a:gd name="connsiteX70" fmla="*/ 1920156 w 2334182"/>
                  <a:gd name="connsiteY70" fmla="*/ 1389708 h 2236619"/>
                  <a:gd name="connsiteX71" fmla="*/ 1948066 w 2334182"/>
                  <a:gd name="connsiteY71" fmla="*/ 1378853 h 2236619"/>
                  <a:gd name="connsiteX72" fmla="*/ 1968998 w 2334182"/>
                  <a:gd name="connsiteY72" fmla="*/ 1367225 h 2236619"/>
                  <a:gd name="connsiteX73" fmla="*/ 1986054 w 2334182"/>
                  <a:gd name="connsiteY73" fmla="*/ 1357146 h 2236619"/>
                  <a:gd name="connsiteX74" fmla="*/ 2011638 w 2334182"/>
                  <a:gd name="connsiteY74" fmla="*/ 1337766 h 2236619"/>
                  <a:gd name="connsiteX75" fmla="*/ 2036446 w 2334182"/>
                  <a:gd name="connsiteY75" fmla="*/ 1315283 h 2236619"/>
                  <a:gd name="connsiteX76" fmla="*/ 2060480 w 2334182"/>
                  <a:gd name="connsiteY76" fmla="*/ 1291250 h 2236619"/>
                  <a:gd name="connsiteX77" fmla="*/ 2084513 w 2334182"/>
                  <a:gd name="connsiteY77" fmla="*/ 1265666 h 2236619"/>
                  <a:gd name="connsiteX78" fmla="*/ 2106995 w 2334182"/>
                  <a:gd name="connsiteY78" fmla="*/ 1236205 h 2236619"/>
                  <a:gd name="connsiteX79" fmla="*/ 2127153 w 2334182"/>
                  <a:gd name="connsiteY79" fmla="*/ 1205195 h 2236619"/>
                  <a:gd name="connsiteX80" fmla="*/ 2144983 w 2334182"/>
                  <a:gd name="connsiteY80" fmla="*/ 1171083 h 2236619"/>
                  <a:gd name="connsiteX81" fmla="*/ 2160488 w 2334182"/>
                  <a:gd name="connsiteY81" fmla="*/ 1133095 h 2236619"/>
                  <a:gd name="connsiteX82" fmla="*/ 2172117 w 2334182"/>
                  <a:gd name="connsiteY82" fmla="*/ 1093557 h 2236619"/>
                  <a:gd name="connsiteX83" fmla="*/ 2180645 w 2334182"/>
                  <a:gd name="connsiteY83" fmla="*/ 1048591 h 2236619"/>
                  <a:gd name="connsiteX84" fmla="*/ 2183747 w 2334182"/>
                  <a:gd name="connsiteY84" fmla="*/ 1002076 h 2236619"/>
                  <a:gd name="connsiteX85" fmla="*/ 2182196 w 2334182"/>
                  <a:gd name="connsiteY85" fmla="*/ 950133 h 2236619"/>
                  <a:gd name="connsiteX86" fmla="*/ 2175218 w 2334182"/>
                  <a:gd name="connsiteY86" fmla="*/ 895090 h 2236619"/>
                  <a:gd name="connsiteX87" fmla="*/ 2158162 w 2334182"/>
                  <a:gd name="connsiteY87" fmla="*/ 812912 h 2236619"/>
                  <a:gd name="connsiteX88" fmla="*/ 2137231 w 2334182"/>
                  <a:gd name="connsiteY88" fmla="*/ 736936 h 2236619"/>
                  <a:gd name="connsiteX89" fmla="*/ 2110096 w 2334182"/>
                  <a:gd name="connsiteY89" fmla="*/ 664061 h 2236619"/>
                  <a:gd name="connsiteX90" fmla="*/ 2077535 w 2334182"/>
                  <a:gd name="connsiteY90" fmla="*/ 595837 h 2236619"/>
                  <a:gd name="connsiteX91" fmla="*/ 2041098 w 2334182"/>
                  <a:gd name="connsiteY91" fmla="*/ 533041 h 2236619"/>
                  <a:gd name="connsiteX92" fmla="*/ 1997683 w 2334182"/>
                  <a:gd name="connsiteY92" fmla="*/ 473346 h 2236619"/>
                  <a:gd name="connsiteX93" fmla="*/ 1951167 w 2334182"/>
                  <a:gd name="connsiteY93" fmla="*/ 419853 h 2236619"/>
                  <a:gd name="connsiteX94" fmla="*/ 1896899 w 2334182"/>
                  <a:gd name="connsiteY94" fmla="*/ 371786 h 2236619"/>
                  <a:gd name="connsiteX95" fmla="*/ 1841079 w 2334182"/>
                  <a:gd name="connsiteY95" fmla="*/ 326821 h 2236619"/>
                  <a:gd name="connsiteX96" fmla="*/ 1777508 w 2334182"/>
                  <a:gd name="connsiteY96" fmla="*/ 288833 h 2236619"/>
                  <a:gd name="connsiteX97" fmla="*/ 1710061 w 2334182"/>
                  <a:gd name="connsiteY97" fmla="*/ 254722 h 2236619"/>
                  <a:gd name="connsiteX98" fmla="*/ 1637960 w 2334182"/>
                  <a:gd name="connsiteY98" fmla="*/ 225261 h 2236619"/>
                  <a:gd name="connsiteX99" fmla="*/ 1560433 w 2334182"/>
                  <a:gd name="connsiteY99" fmla="*/ 202779 h 2236619"/>
                  <a:gd name="connsiteX100" fmla="*/ 1477481 w 2334182"/>
                  <a:gd name="connsiteY100" fmla="*/ 184948 h 2236619"/>
                  <a:gd name="connsiteX101" fmla="*/ 1391427 w 2334182"/>
                  <a:gd name="connsiteY101" fmla="*/ 171768 h 2236619"/>
                  <a:gd name="connsiteX102" fmla="*/ 1298395 w 2334182"/>
                  <a:gd name="connsiteY102" fmla="*/ 164791 h 2236619"/>
                  <a:gd name="connsiteX103" fmla="*/ 1200712 w 2334182"/>
                  <a:gd name="connsiteY103" fmla="*/ 163240 h 2236619"/>
                  <a:gd name="connsiteX104" fmla="*/ 1083647 w 2334182"/>
                  <a:gd name="connsiteY104" fmla="*/ 171768 h 2236619"/>
                  <a:gd name="connsiteX105" fmla="*/ 1112347 w 2334182"/>
                  <a:gd name="connsiteY105" fmla="*/ 7377 h 2236619"/>
                  <a:gd name="connsiteX106" fmla="*/ 1202794 w 2334182"/>
                  <a:gd name="connsiteY106" fmla="*/ 0 h 2236619"/>
                  <a:gd name="connsiteX107" fmla="*/ 1304349 w 2334182"/>
                  <a:gd name="connsiteY107" fmla="*/ 820 h 2236619"/>
                  <a:gd name="connsiteX108" fmla="*/ 1399557 w 2334182"/>
                  <a:gd name="connsiteY108" fmla="*/ 8195 h 2236619"/>
                  <a:gd name="connsiteX109" fmla="*/ 1490005 w 2334182"/>
                  <a:gd name="connsiteY109" fmla="*/ 20490 h 2236619"/>
                  <a:gd name="connsiteX110" fmla="*/ 1576486 w 2334182"/>
                  <a:gd name="connsiteY110" fmla="*/ 38520 h 2236619"/>
                  <a:gd name="connsiteX111" fmla="*/ 1658999 w 2334182"/>
                  <a:gd name="connsiteY111" fmla="*/ 60649 h 2236619"/>
                  <a:gd name="connsiteX112" fmla="*/ 1735165 w 2334182"/>
                  <a:gd name="connsiteY112" fmla="*/ 89334 h 2236619"/>
                  <a:gd name="connsiteX113" fmla="*/ 1808952 w 2334182"/>
                  <a:gd name="connsiteY113" fmla="*/ 120478 h 2236619"/>
                  <a:gd name="connsiteX114" fmla="*/ 1876391 w 2334182"/>
                  <a:gd name="connsiteY114" fmla="*/ 157358 h 2236619"/>
                  <a:gd name="connsiteX115" fmla="*/ 1939862 w 2334182"/>
                  <a:gd name="connsiteY115" fmla="*/ 199157 h 2236619"/>
                  <a:gd name="connsiteX116" fmla="*/ 2000955 w 2334182"/>
                  <a:gd name="connsiteY116" fmla="*/ 245873 h 2236619"/>
                  <a:gd name="connsiteX117" fmla="*/ 2055699 w 2334182"/>
                  <a:gd name="connsiteY117" fmla="*/ 295866 h 2236619"/>
                  <a:gd name="connsiteX118" fmla="*/ 2105683 w 2334182"/>
                  <a:gd name="connsiteY118" fmla="*/ 351598 h 2236619"/>
                  <a:gd name="connsiteX119" fmla="*/ 2152493 w 2334182"/>
                  <a:gd name="connsiteY119" fmla="*/ 409787 h 2236619"/>
                  <a:gd name="connsiteX120" fmla="*/ 2193750 w 2334182"/>
                  <a:gd name="connsiteY120" fmla="*/ 472075 h 2236619"/>
                  <a:gd name="connsiteX121" fmla="*/ 2231834 w 2334182"/>
                  <a:gd name="connsiteY121" fmla="*/ 537641 h 2236619"/>
                  <a:gd name="connsiteX122" fmla="*/ 2257223 w 2334182"/>
                  <a:gd name="connsiteY122" fmla="*/ 592553 h 2236619"/>
                  <a:gd name="connsiteX123" fmla="*/ 2279437 w 2334182"/>
                  <a:gd name="connsiteY123" fmla="*/ 654021 h 2236619"/>
                  <a:gd name="connsiteX124" fmla="*/ 2299273 w 2334182"/>
                  <a:gd name="connsiteY124" fmla="*/ 721226 h 2236619"/>
                  <a:gd name="connsiteX125" fmla="*/ 2315141 w 2334182"/>
                  <a:gd name="connsiteY125" fmla="*/ 794168 h 2236619"/>
                  <a:gd name="connsiteX126" fmla="*/ 2327042 w 2334182"/>
                  <a:gd name="connsiteY126" fmla="*/ 868749 h 2236619"/>
                  <a:gd name="connsiteX127" fmla="*/ 2332595 w 2334182"/>
                  <a:gd name="connsiteY127" fmla="*/ 945790 h 2236619"/>
                  <a:gd name="connsiteX128" fmla="*/ 2334182 w 2334182"/>
                  <a:gd name="connsiteY128" fmla="*/ 1024469 h 2236619"/>
                  <a:gd name="connsiteX129" fmla="*/ 2329422 w 2334182"/>
                  <a:gd name="connsiteY129" fmla="*/ 1102329 h 2236619"/>
                  <a:gd name="connsiteX130" fmla="*/ 2319901 w 2334182"/>
                  <a:gd name="connsiteY130" fmla="*/ 1178549 h 2236619"/>
                  <a:gd name="connsiteX131" fmla="*/ 2302446 w 2334182"/>
                  <a:gd name="connsiteY131" fmla="*/ 1253131 h 2236619"/>
                  <a:gd name="connsiteX132" fmla="*/ 2279438 w 2334182"/>
                  <a:gd name="connsiteY132" fmla="*/ 1317056 h 2236619"/>
                  <a:gd name="connsiteX133" fmla="*/ 2251669 w 2334182"/>
                  <a:gd name="connsiteY133" fmla="*/ 1376887 h 2236619"/>
                  <a:gd name="connsiteX134" fmla="*/ 2218347 w 2334182"/>
                  <a:gd name="connsiteY134" fmla="*/ 1431798 h 2236619"/>
                  <a:gd name="connsiteX135" fmla="*/ 2184230 w 2334182"/>
                  <a:gd name="connsiteY135" fmla="*/ 1485070 h 2236619"/>
                  <a:gd name="connsiteX136" fmla="*/ 2146146 w 2334182"/>
                  <a:gd name="connsiteY136" fmla="*/ 1537523 h 2236619"/>
                  <a:gd name="connsiteX137" fmla="*/ 2108857 w 2334182"/>
                  <a:gd name="connsiteY137" fmla="*/ 1586698 h 2236619"/>
                  <a:gd name="connsiteX138" fmla="*/ 2071567 w 2334182"/>
                  <a:gd name="connsiteY138" fmla="*/ 1637511 h 2236619"/>
                  <a:gd name="connsiteX139" fmla="*/ 2035070 w 2334182"/>
                  <a:gd name="connsiteY139" fmla="*/ 1688324 h 2236619"/>
                  <a:gd name="connsiteX140" fmla="*/ 2010476 w 2334182"/>
                  <a:gd name="connsiteY140" fmla="*/ 1729303 h 2236619"/>
                  <a:gd name="connsiteX141" fmla="*/ 1990641 w 2334182"/>
                  <a:gd name="connsiteY141" fmla="*/ 1776019 h 2236619"/>
                  <a:gd name="connsiteX142" fmla="*/ 1974772 w 2334182"/>
                  <a:gd name="connsiteY142" fmla="*/ 1825194 h 2236619"/>
                  <a:gd name="connsiteX143" fmla="*/ 1962078 w 2334182"/>
                  <a:gd name="connsiteY143" fmla="*/ 1878466 h 2236619"/>
                  <a:gd name="connsiteX144" fmla="*/ 1960491 w 2334182"/>
                  <a:gd name="connsiteY144" fmla="*/ 1903872 h 2236619"/>
                  <a:gd name="connsiteX145" fmla="*/ 1962078 w 2334182"/>
                  <a:gd name="connsiteY145" fmla="*/ 1934197 h 2236619"/>
                  <a:gd name="connsiteX146" fmla="*/ 1966044 w 2334182"/>
                  <a:gd name="connsiteY146" fmla="*/ 1971077 h 2236619"/>
                  <a:gd name="connsiteX147" fmla="*/ 1971598 w 2334182"/>
                  <a:gd name="connsiteY147" fmla="*/ 2009597 h 2236619"/>
                  <a:gd name="connsiteX148" fmla="*/ 1980326 w 2334182"/>
                  <a:gd name="connsiteY148" fmla="*/ 2051395 h 2236619"/>
                  <a:gd name="connsiteX149" fmla="*/ 1990640 w 2334182"/>
                  <a:gd name="connsiteY149" fmla="*/ 2093195 h 2236619"/>
                  <a:gd name="connsiteX150" fmla="*/ 1991123 w 2334182"/>
                  <a:gd name="connsiteY150" fmla="*/ 2095075 h 2236619"/>
                  <a:gd name="connsiteX151" fmla="*/ 1211165 w 2334182"/>
                  <a:gd name="connsiteY151" fmla="*/ 2159073 h 2236619"/>
                  <a:gd name="connsiteX152" fmla="*/ 951135 w 2334182"/>
                  <a:gd name="connsiteY152" fmla="*/ 2223889 h 2236619"/>
                  <a:gd name="connsiteX153" fmla="*/ 947319 w 2334182"/>
                  <a:gd name="connsiteY153" fmla="*/ 2215311 h 2236619"/>
                  <a:gd name="connsiteX154" fmla="*/ 933038 w 2334182"/>
                  <a:gd name="connsiteY154" fmla="*/ 2191544 h 2236619"/>
                  <a:gd name="connsiteX155" fmla="*/ 917170 w 2334182"/>
                  <a:gd name="connsiteY155" fmla="*/ 2176791 h 2236619"/>
                  <a:gd name="connsiteX156" fmla="*/ 899716 w 2334182"/>
                  <a:gd name="connsiteY156" fmla="*/ 2169415 h 2236619"/>
                  <a:gd name="connsiteX157" fmla="*/ 879881 w 2334182"/>
                  <a:gd name="connsiteY157" fmla="*/ 2166136 h 2236619"/>
                  <a:gd name="connsiteX158" fmla="*/ 856872 w 2334182"/>
                  <a:gd name="connsiteY158" fmla="*/ 2167777 h 2236619"/>
                  <a:gd name="connsiteX159" fmla="*/ 833864 w 2334182"/>
                  <a:gd name="connsiteY159" fmla="*/ 2171054 h 2236619"/>
                  <a:gd name="connsiteX160" fmla="*/ 812442 w 2334182"/>
                  <a:gd name="connsiteY160" fmla="*/ 2176791 h 2236619"/>
                  <a:gd name="connsiteX161" fmla="*/ 791813 w 2334182"/>
                  <a:gd name="connsiteY161" fmla="*/ 2182528 h 2236619"/>
                  <a:gd name="connsiteX162" fmla="*/ 772771 w 2334182"/>
                  <a:gd name="connsiteY162" fmla="*/ 2188264 h 2236619"/>
                  <a:gd name="connsiteX163" fmla="*/ 758490 w 2334182"/>
                  <a:gd name="connsiteY163" fmla="*/ 2193182 h 2236619"/>
                  <a:gd name="connsiteX164" fmla="*/ 724374 w 2334182"/>
                  <a:gd name="connsiteY164" fmla="*/ 2204657 h 2236619"/>
                  <a:gd name="connsiteX165" fmla="*/ 685497 w 2334182"/>
                  <a:gd name="connsiteY165" fmla="*/ 2215311 h 2236619"/>
                  <a:gd name="connsiteX166" fmla="*/ 641861 w 2334182"/>
                  <a:gd name="connsiteY166" fmla="*/ 2224326 h 2236619"/>
                  <a:gd name="connsiteX167" fmla="*/ 595844 w 2334182"/>
                  <a:gd name="connsiteY167" fmla="*/ 2230063 h 2236619"/>
                  <a:gd name="connsiteX168" fmla="*/ 549827 w 2334182"/>
                  <a:gd name="connsiteY168" fmla="*/ 2234981 h 2236619"/>
                  <a:gd name="connsiteX169" fmla="*/ 503016 w 2334182"/>
                  <a:gd name="connsiteY169" fmla="*/ 2236619 h 2236619"/>
                  <a:gd name="connsiteX170" fmla="*/ 458585 w 2334182"/>
                  <a:gd name="connsiteY170" fmla="*/ 2233342 h 2236619"/>
                  <a:gd name="connsiteX171" fmla="*/ 416535 w 2334182"/>
                  <a:gd name="connsiteY171" fmla="*/ 2225965 h 2236619"/>
                  <a:gd name="connsiteX172" fmla="*/ 393527 w 2334182"/>
                  <a:gd name="connsiteY172" fmla="*/ 2220229 h 2236619"/>
                  <a:gd name="connsiteX173" fmla="*/ 370518 w 2334182"/>
                  <a:gd name="connsiteY173" fmla="*/ 2209574 h 2236619"/>
                  <a:gd name="connsiteX174" fmla="*/ 347509 w 2334182"/>
                  <a:gd name="connsiteY174" fmla="*/ 2197280 h 2236619"/>
                  <a:gd name="connsiteX175" fmla="*/ 327675 w 2334182"/>
                  <a:gd name="connsiteY175" fmla="*/ 2182528 h 2236619"/>
                  <a:gd name="connsiteX176" fmla="*/ 307047 w 2334182"/>
                  <a:gd name="connsiteY176" fmla="*/ 2164497 h 2236619"/>
                  <a:gd name="connsiteX177" fmla="*/ 291178 w 2334182"/>
                  <a:gd name="connsiteY177" fmla="*/ 2145647 h 2236619"/>
                  <a:gd name="connsiteX178" fmla="*/ 280070 w 2334182"/>
                  <a:gd name="connsiteY178" fmla="*/ 2121880 h 2236619"/>
                  <a:gd name="connsiteX179" fmla="*/ 271342 w 2334182"/>
                  <a:gd name="connsiteY179" fmla="*/ 2094833 h 2236619"/>
                  <a:gd name="connsiteX180" fmla="*/ 268169 w 2334182"/>
                  <a:gd name="connsiteY180" fmla="*/ 2065329 h 2236619"/>
                  <a:gd name="connsiteX181" fmla="*/ 271342 w 2334182"/>
                  <a:gd name="connsiteY181" fmla="*/ 2032546 h 2236619"/>
                  <a:gd name="connsiteX182" fmla="*/ 275310 w 2334182"/>
                  <a:gd name="connsiteY182" fmla="*/ 2009597 h 2236619"/>
                  <a:gd name="connsiteX183" fmla="*/ 280864 w 2334182"/>
                  <a:gd name="connsiteY183" fmla="*/ 1984191 h 2236619"/>
                  <a:gd name="connsiteX184" fmla="*/ 287211 w 2334182"/>
                  <a:gd name="connsiteY184" fmla="*/ 1957964 h 2236619"/>
                  <a:gd name="connsiteX185" fmla="*/ 289591 w 2334182"/>
                  <a:gd name="connsiteY185" fmla="*/ 1932558 h 2236619"/>
                  <a:gd name="connsiteX186" fmla="*/ 289591 w 2334182"/>
                  <a:gd name="connsiteY186" fmla="*/ 1905512 h 2236619"/>
                  <a:gd name="connsiteX187" fmla="*/ 282450 w 2334182"/>
                  <a:gd name="connsiteY187" fmla="*/ 1881745 h 2236619"/>
                  <a:gd name="connsiteX188" fmla="*/ 275310 w 2334182"/>
                  <a:gd name="connsiteY188" fmla="*/ 1868630 h 2236619"/>
                  <a:gd name="connsiteX189" fmla="*/ 262615 w 2334182"/>
                  <a:gd name="connsiteY189" fmla="*/ 1856338 h 2236619"/>
                  <a:gd name="connsiteX190" fmla="*/ 249128 w 2334182"/>
                  <a:gd name="connsiteY190" fmla="*/ 1847322 h 2236619"/>
                  <a:gd name="connsiteX191" fmla="*/ 234847 w 2334182"/>
                  <a:gd name="connsiteY191" fmla="*/ 1839945 h 2236619"/>
                  <a:gd name="connsiteX192" fmla="*/ 220565 w 2334182"/>
                  <a:gd name="connsiteY192" fmla="*/ 1829291 h 2236619"/>
                  <a:gd name="connsiteX193" fmla="*/ 209457 w 2334182"/>
                  <a:gd name="connsiteY193" fmla="*/ 1817817 h 2236619"/>
                  <a:gd name="connsiteX194" fmla="*/ 200730 w 2334182"/>
                  <a:gd name="connsiteY194" fmla="*/ 1803065 h 2236619"/>
                  <a:gd name="connsiteX195" fmla="*/ 197557 w 2334182"/>
                  <a:gd name="connsiteY195" fmla="*/ 1786674 h 2236619"/>
                  <a:gd name="connsiteX196" fmla="*/ 199143 w 2334182"/>
                  <a:gd name="connsiteY196" fmla="*/ 1770281 h 2236619"/>
                  <a:gd name="connsiteX197" fmla="*/ 204697 w 2334182"/>
                  <a:gd name="connsiteY197" fmla="*/ 1754709 h 2236619"/>
                  <a:gd name="connsiteX198" fmla="*/ 211838 w 2334182"/>
                  <a:gd name="connsiteY198" fmla="*/ 1741596 h 2236619"/>
                  <a:gd name="connsiteX199" fmla="*/ 216598 w 2334182"/>
                  <a:gd name="connsiteY199" fmla="*/ 1728483 h 2236619"/>
                  <a:gd name="connsiteX200" fmla="*/ 193590 w 2334182"/>
                  <a:gd name="connsiteY200" fmla="*/ 1712092 h 2236619"/>
                  <a:gd name="connsiteX201" fmla="*/ 177722 w 2334182"/>
                  <a:gd name="connsiteY201" fmla="*/ 1695701 h 2236619"/>
                  <a:gd name="connsiteX202" fmla="*/ 168994 w 2334182"/>
                  <a:gd name="connsiteY202" fmla="*/ 1679309 h 2236619"/>
                  <a:gd name="connsiteX203" fmla="*/ 167408 w 2334182"/>
                  <a:gd name="connsiteY203" fmla="*/ 1661278 h 2236619"/>
                  <a:gd name="connsiteX204" fmla="*/ 169787 w 2334182"/>
                  <a:gd name="connsiteY204" fmla="*/ 1644887 h 2236619"/>
                  <a:gd name="connsiteX205" fmla="*/ 176135 w 2334182"/>
                  <a:gd name="connsiteY205" fmla="*/ 1626857 h 2236619"/>
                  <a:gd name="connsiteX206" fmla="*/ 184862 w 2334182"/>
                  <a:gd name="connsiteY206" fmla="*/ 1608826 h 2236619"/>
                  <a:gd name="connsiteX207" fmla="*/ 194383 w 2334182"/>
                  <a:gd name="connsiteY207" fmla="*/ 1590796 h 2236619"/>
                  <a:gd name="connsiteX208" fmla="*/ 203111 w 2334182"/>
                  <a:gd name="connsiteY208" fmla="*/ 1571944 h 2236619"/>
                  <a:gd name="connsiteX209" fmla="*/ 211838 w 2334182"/>
                  <a:gd name="connsiteY209" fmla="*/ 1553914 h 2236619"/>
                  <a:gd name="connsiteX210" fmla="*/ 216598 w 2334182"/>
                  <a:gd name="connsiteY210" fmla="*/ 1534245 h 2236619"/>
                  <a:gd name="connsiteX211" fmla="*/ 200730 w 2334182"/>
                  <a:gd name="connsiteY211" fmla="*/ 1519492 h 2236619"/>
                  <a:gd name="connsiteX212" fmla="*/ 178514 w 2334182"/>
                  <a:gd name="connsiteY212" fmla="*/ 1508018 h 2236619"/>
                  <a:gd name="connsiteX213" fmla="*/ 153919 w 2334182"/>
                  <a:gd name="connsiteY213" fmla="*/ 1497364 h 2236619"/>
                  <a:gd name="connsiteX214" fmla="*/ 128531 w 2334182"/>
                  <a:gd name="connsiteY214" fmla="*/ 1488349 h 2236619"/>
                  <a:gd name="connsiteX215" fmla="*/ 102348 w 2334182"/>
                  <a:gd name="connsiteY215" fmla="*/ 1479333 h 2236619"/>
                  <a:gd name="connsiteX216" fmla="*/ 76166 w 2334182"/>
                  <a:gd name="connsiteY216" fmla="*/ 1470318 h 2236619"/>
                  <a:gd name="connsiteX217" fmla="*/ 51571 w 2334182"/>
                  <a:gd name="connsiteY217" fmla="*/ 1459663 h 2236619"/>
                  <a:gd name="connsiteX218" fmla="*/ 31736 w 2334182"/>
                  <a:gd name="connsiteY218" fmla="*/ 1448189 h 2236619"/>
                  <a:gd name="connsiteX219" fmla="*/ 14281 w 2334182"/>
                  <a:gd name="connsiteY219" fmla="*/ 1431798 h 2236619"/>
                  <a:gd name="connsiteX220" fmla="*/ 3967 w 2334182"/>
                  <a:gd name="connsiteY220" fmla="*/ 1412128 h 2236619"/>
                  <a:gd name="connsiteX221" fmla="*/ 0 w 2334182"/>
                  <a:gd name="connsiteY221" fmla="*/ 1391638 h 2236619"/>
                  <a:gd name="connsiteX222" fmla="*/ 3174 w 2334182"/>
                  <a:gd name="connsiteY222" fmla="*/ 1371969 h 2236619"/>
                  <a:gd name="connsiteX223" fmla="*/ 10314 w 2334182"/>
                  <a:gd name="connsiteY223" fmla="*/ 1353938 h 2236619"/>
                  <a:gd name="connsiteX224" fmla="*/ 21422 w 2334182"/>
                  <a:gd name="connsiteY224" fmla="*/ 1339185 h 2236619"/>
                  <a:gd name="connsiteX225" fmla="*/ 34909 w 2334182"/>
                  <a:gd name="connsiteY225" fmla="*/ 1324433 h 2236619"/>
                  <a:gd name="connsiteX226" fmla="*/ 47604 w 2334182"/>
                  <a:gd name="connsiteY226" fmla="*/ 1312140 h 2236619"/>
                  <a:gd name="connsiteX227" fmla="*/ 57919 w 2334182"/>
                  <a:gd name="connsiteY227" fmla="*/ 1302305 h 2236619"/>
                  <a:gd name="connsiteX228" fmla="*/ 88068 w 2334182"/>
                  <a:gd name="connsiteY228" fmla="*/ 1266244 h 2236619"/>
                  <a:gd name="connsiteX229" fmla="*/ 119803 w 2334182"/>
                  <a:gd name="connsiteY229" fmla="*/ 1233461 h 2236619"/>
                  <a:gd name="connsiteX230" fmla="*/ 151540 w 2334182"/>
                  <a:gd name="connsiteY230" fmla="*/ 1200677 h 2236619"/>
                  <a:gd name="connsiteX231" fmla="*/ 181689 w 2334182"/>
                  <a:gd name="connsiteY231" fmla="*/ 1164615 h 2236619"/>
                  <a:gd name="connsiteX232" fmla="*/ 210251 w 2334182"/>
                  <a:gd name="connsiteY232" fmla="*/ 1129374 h 2236619"/>
                  <a:gd name="connsiteX233" fmla="*/ 236433 w 2334182"/>
                  <a:gd name="connsiteY233" fmla="*/ 1089215 h 2236619"/>
                  <a:gd name="connsiteX234" fmla="*/ 257855 w 2334182"/>
                  <a:gd name="connsiteY234" fmla="*/ 1045778 h 2236619"/>
                  <a:gd name="connsiteX235" fmla="*/ 269756 w 2334182"/>
                  <a:gd name="connsiteY235" fmla="*/ 1009716 h 2236619"/>
                  <a:gd name="connsiteX236" fmla="*/ 273723 w 2334182"/>
                  <a:gd name="connsiteY236" fmla="*/ 974475 h 2236619"/>
                  <a:gd name="connsiteX237" fmla="*/ 273723 w 2334182"/>
                  <a:gd name="connsiteY237" fmla="*/ 936775 h 2236619"/>
                  <a:gd name="connsiteX238" fmla="*/ 272930 w 2334182"/>
                  <a:gd name="connsiteY238" fmla="*/ 896615 h 2236619"/>
                  <a:gd name="connsiteX239" fmla="*/ 271342 w 2334182"/>
                  <a:gd name="connsiteY239" fmla="*/ 856456 h 2236619"/>
                  <a:gd name="connsiteX240" fmla="*/ 272930 w 2334182"/>
                  <a:gd name="connsiteY240" fmla="*/ 813019 h 2236619"/>
                  <a:gd name="connsiteX241" fmla="*/ 276896 w 2334182"/>
                  <a:gd name="connsiteY241" fmla="*/ 767123 h 2236619"/>
                  <a:gd name="connsiteX242" fmla="*/ 321327 w 2334182"/>
                  <a:gd name="connsiteY242" fmla="*/ 577800 h 2236619"/>
                  <a:gd name="connsiteX243" fmla="*/ 349096 w 2334182"/>
                  <a:gd name="connsiteY243" fmla="*/ 508956 h 2236619"/>
                  <a:gd name="connsiteX244" fmla="*/ 382419 w 2334182"/>
                  <a:gd name="connsiteY244" fmla="*/ 445030 h 2236619"/>
                  <a:gd name="connsiteX245" fmla="*/ 421295 w 2334182"/>
                  <a:gd name="connsiteY245" fmla="*/ 385200 h 2236619"/>
                  <a:gd name="connsiteX246" fmla="*/ 465726 w 2334182"/>
                  <a:gd name="connsiteY246" fmla="*/ 328650 h 2236619"/>
                  <a:gd name="connsiteX247" fmla="*/ 514917 w 2334182"/>
                  <a:gd name="connsiteY247" fmla="*/ 277017 h 2236619"/>
                  <a:gd name="connsiteX248" fmla="*/ 568074 w 2334182"/>
                  <a:gd name="connsiteY248" fmla="*/ 229481 h 2236619"/>
                  <a:gd name="connsiteX249" fmla="*/ 625993 w 2334182"/>
                  <a:gd name="connsiteY249" fmla="*/ 186044 h 2236619"/>
                  <a:gd name="connsiteX250" fmla="*/ 686291 w 2334182"/>
                  <a:gd name="connsiteY250" fmla="*/ 147523 h 2236619"/>
                  <a:gd name="connsiteX251" fmla="*/ 751351 w 2334182"/>
                  <a:gd name="connsiteY251" fmla="*/ 113101 h 2236619"/>
                  <a:gd name="connsiteX252" fmla="*/ 817996 w 2334182"/>
                  <a:gd name="connsiteY252" fmla="*/ 84416 h 2236619"/>
                  <a:gd name="connsiteX253" fmla="*/ 885434 w 2334182"/>
                  <a:gd name="connsiteY253" fmla="*/ 59010 h 2236619"/>
                  <a:gd name="connsiteX254" fmla="*/ 1112347 w 2334182"/>
                  <a:gd name="connsiteY254" fmla="*/ 7377 h 2236619"/>
                  <a:gd name="connsiteX0" fmla="*/ 1083647 w 2334182"/>
                  <a:gd name="connsiteY0" fmla="*/ 171768 h 2236619"/>
                  <a:gd name="connsiteX1" fmla="*/ 950300 w 2334182"/>
                  <a:gd name="connsiteY1" fmla="*/ 202779 h 2236619"/>
                  <a:gd name="connsiteX2" fmla="*/ 907661 w 2334182"/>
                  <a:gd name="connsiteY2" fmla="*/ 218284 h 2236619"/>
                  <a:gd name="connsiteX3" fmla="*/ 862695 w 2334182"/>
                  <a:gd name="connsiteY3" fmla="*/ 235340 h 2236619"/>
                  <a:gd name="connsiteX4" fmla="*/ 819281 w 2334182"/>
                  <a:gd name="connsiteY4" fmla="*/ 254722 h 2236619"/>
                  <a:gd name="connsiteX5" fmla="*/ 775091 w 2334182"/>
                  <a:gd name="connsiteY5" fmla="*/ 277980 h 2236619"/>
                  <a:gd name="connsiteX6" fmla="*/ 733227 w 2334182"/>
                  <a:gd name="connsiteY6" fmla="*/ 302787 h 2236619"/>
                  <a:gd name="connsiteX7" fmla="*/ 692138 w 2334182"/>
                  <a:gd name="connsiteY7" fmla="*/ 329922 h 2236619"/>
                  <a:gd name="connsiteX8" fmla="*/ 654149 w 2334182"/>
                  <a:gd name="connsiteY8" fmla="*/ 360932 h 2236619"/>
                  <a:gd name="connsiteX9" fmla="*/ 618487 w 2334182"/>
                  <a:gd name="connsiteY9" fmla="*/ 394269 h 2236619"/>
                  <a:gd name="connsiteX10" fmla="*/ 586702 w 2334182"/>
                  <a:gd name="connsiteY10" fmla="*/ 431482 h 2236619"/>
                  <a:gd name="connsiteX11" fmla="*/ 558017 w 2334182"/>
                  <a:gd name="connsiteY11" fmla="*/ 469469 h 2236619"/>
                  <a:gd name="connsiteX12" fmla="*/ 535534 w 2334182"/>
                  <a:gd name="connsiteY12" fmla="*/ 511334 h 2236619"/>
                  <a:gd name="connsiteX13" fmla="*/ 516928 w 2334182"/>
                  <a:gd name="connsiteY13" fmla="*/ 557074 h 2236619"/>
                  <a:gd name="connsiteX14" fmla="*/ 506075 w 2334182"/>
                  <a:gd name="connsiteY14" fmla="*/ 604366 h 2236619"/>
                  <a:gd name="connsiteX15" fmla="*/ 500647 w 2334182"/>
                  <a:gd name="connsiteY15" fmla="*/ 657083 h 2236619"/>
                  <a:gd name="connsiteX16" fmla="*/ 502973 w 2334182"/>
                  <a:gd name="connsiteY16" fmla="*/ 693521 h 2236619"/>
                  <a:gd name="connsiteX17" fmla="*/ 513051 w 2334182"/>
                  <a:gd name="connsiteY17" fmla="*/ 727633 h 2236619"/>
                  <a:gd name="connsiteX18" fmla="*/ 527007 w 2334182"/>
                  <a:gd name="connsiteY18" fmla="*/ 758644 h 2236619"/>
                  <a:gd name="connsiteX19" fmla="*/ 547163 w 2334182"/>
                  <a:gd name="connsiteY19" fmla="*/ 786552 h 2236619"/>
                  <a:gd name="connsiteX20" fmla="*/ 568095 w 2334182"/>
                  <a:gd name="connsiteY20" fmla="*/ 812912 h 2236619"/>
                  <a:gd name="connsiteX21" fmla="*/ 592129 w 2334182"/>
                  <a:gd name="connsiteY21" fmla="*/ 836170 h 2236619"/>
                  <a:gd name="connsiteX22" fmla="*/ 616162 w 2334182"/>
                  <a:gd name="connsiteY22" fmla="*/ 854001 h 2236619"/>
                  <a:gd name="connsiteX23" fmla="*/ 640970 w 2334182"/>
                  <a:gd name="connsiteY23" fmla="*/ 871056 h 2236619"/>
                  <a:gd name="connsiteX24" fmla="*/ 673532 w 2334182"/>
                  <a:gd name="connsiteY24" fmla="*/ 883460 h 2236619"/>
                  <a:gd name="connsiteX25" fmla="*/ 709194 w 2334182"/>
                  <a:gd name="connsiteY25" fmla="*/ 891988 h 2236619"/>
                  <a:gd name="connsiteX26" fmla="*/ 748732 w 2334182"/>
                  <a:gd name="connsiteY26" fmla="*/ 898190 h 2236619"/>
                  <a:gd name="connsiteX27" fmla="*/ 790596 w 2334182"/>
                  <a:gd name="connsiteY27" fmla="*/ 902067 h 2236619"/>
                  <a:gd name="connsiteX28" fmla="*/ 834786 w 2334182"/>
                  <a:gd name="connsiteY28" fmla="*/ 905168 h 2236619"/>
                  <a:gd name="connsiteX29" fmla="*/ 878201 w 2334182"/>
                  <a:gd name="connsiteY29" fmla="*/ 905943 h 2236619"/>
                  <a:gd name="connsiteX30" fmla="*/ 923167 w 2334182"/>
                  <a:gd name="connsiteY30" fmla="*/ 905943 h 2236619"/>
                  <a:gd name="connsiteX31" fmla="*/ 968132 w 2334182"/>
                  <a:gd name="connsiteY31" fmla="*/ 907493 h 2236619"/>
                  <a:gd name="connsiteX32" fmla="*/ 1010772 w 2334182"/>
                  <a:gd name="connsiteY32" fmla="*/ 910595 h 2236619"/>
                  <a:gd name="connsiteX33" fmla="*/ 1050310 w 2334182"/>
                  <a:gd name="connsiteY33" fmla="*/ 913696 h 2236619"/>
                  <a:gd name="connsiteX34" fmla="*/ 1086747 w 2334182"/>
                  <a:gd name="connsiteY34" fmla="*/ 919122 h 2236619"/>
                  <a:gd name="connsiteX35" fmla="*/ 1120859 w 2334182"/>
                  <a:gd name="connsiteY35" fmla="*/ 927650 h 2236619"/>
                  <a:gd name="connsiteX36" fmla="*/ 1148768 w 2334182"/>
                  <a:gd name="connsiteY36" fmla="*/ 938505 h 2236619"/>
                  <a:gd name="connsiteX37" fmla="*/ 1169700 w 2334182"/>
                  <a:gd name="connsiteY37" fmla="*/ 954009 h 2236619"/>
                  <a:gd name="connsiteX38" fmla="*/ 1186756 w 2334182"/>
                  <a:gd name="connsiteY38" fmla="*/ 971065 h 2236619"/>
                  <a:gd name="connsiteX39" fmla="*/ 1202261 w 2334182"/>
                  <a:gd name="connsiteY39" fmla="*/ 991222 h 2236619"/>
                  <a:gd name="connsiteX40" fmla="*/ 1213891 w 2334182"/>
                  <a:gd name="connsiteY40" fmla="*/ 1010604 h 2236619"/>
                  <a:gd name="connsiteX41" fmla="*/ 1224744 w 2334182"/>
                  <a:gd name="connsiteY41" fmla="*/ 1033086 h 2236619"/>
                  <a:gd name="connsiteX42" fmla="*/ 1233272 w 2334182"/>
                  <a:gd name="connsiteY42" fmla="*/ 1054018 h 2236619"/>
                  <a:gd name="connsiteX43" fmla="*/ 1241801 w 2334182"/>
                  <a:gd name="connsiteY43" fmla="*/ 1076501 h 2236619"/>
                  <a:gd name="connsiteX44" fmla="*/ 1250328 w 2334182"/>
                  <a:gd name="connsiteY44" fmla="*/ 1099759 h 2236619"/>
                  <a:gd name="connsiteX45" fmla="*/ 1260407 w 2334182"/>
                  <a:gd name="connsiteY45" fmla="*/ 1120691 h 2236619"/>
                  <a:gd name="connsiteX46" fmla="*/ 1269710 w 2334182"/>
                  <a:gd name="connsiteY46" fmla="*/ 1141624 h 2236619"/>
                  <a:gd name="connsiteX47" fmla="*/ 1281339 w 2334182"/>
                  <a:gd name="connsiteY47" fmla="*/ 1161780 h 2236619"/>
                  <a:gd name="connsiteX48" fmla="*/ 1293743 w 2334182"/>
                  <a:gd name="connsiteY48" fmla="*/ 1179611 h 2236619"/>
                  <a:gd name="connsiteX49" fmla="*/ 1309248 w 2334182"/>
                  <a:gd name="connsiteY49" fmla="*/ 1196668 h 2236619"/>
                  <a:gd name="connsiteX50" fmla="*/ 1327855 w 2334182"/>
                  <a:gd name="connsiteY50" fmla="*/ 1210622 h 2236619"/>
                  <a:gd name="connsiteX51" fmla="*/ 1350338 w 2334182"/>
                  <a:gd name="connsiteY51" fmla="*/ 1222251 h 2236619"/>
                  <a:gd name="connsiteX52" fmla="*/ 1377471 w 2334182"/>
                  <a:gd name="connsiteY52" fmla="*/ 1231555 h 2236619"/>
                  <a:gd name="connsiteX53" fmla="*/ 1406932 w 2334182"/>
                  <a:gd name="connsiteY53" fmla="*/ 1237756 h 2236619"/>
                  <a:gd name="connsiteX54" fmla="*/ 1441818 w 2334182"/>
                  <a:gd name="connsiteY54" fmla="*/ 1240082 h 2236619"/>
                  <a:gd name="connsiteX55" fmla="*/ 1484458 w 2334182"/>
                  <a:gd name="connsiteY55" fmla="*/ 1239307 h 2236619"/>
                  <a:gd name="connsiteX56" fmla="*/ 1502289 w 2334182"/>
                  <a:gd name="connsiteY56" fmla="*/ 1267216 h 2236619"/>
                  <a:gd name="connsiteX57" fmla="*/ 1523996 w 2334182"/>
                  <a:gd name="connsiteY57" fmla="*/ 1296677 h 2236619"/>
                  <a:gd name="connsiteX58" fmla="*/ 1548805 w 2334182"/>
                  <a:gd name="connsiteY58" fmla="*/ 1327687 h 2236619"/>
                  <a:gd name="connsiteX59" fmla="*/ 1577490 w 2334182"/>
                  <a:gd name="connsiteY59" fmla="*/ 1357146 h 2236619"/>
                  <a:gd name="connsiteX60" fmla="*/ 1606949 w 2334182"/>
                  <a:gd name="connsiteY60" fmla="*/ 1385831 h 2236619"/>
                  <a:gd name="connsiteX61" fmla="*/ 1636410 w 2334182"/>
                  <a:gd name="connsiteY61" fmla="*/ 1406764 h 2236619"/>
                  <a:gd name="connsiteX62" fmla="*/ 1665870 w 2334182"/>
                  <a:gd name="connsiteY62" fmla="*/ 1422268 h 2236619"/>
                  <a:gd name="connsiteX63" fmla="*/ 1691453 w 2334182"/>
                  <a:gd name="connsiteY63" fmla="*/ 1429246 h 2236619"/>
                  <a:gd name="connsiteX64" fmla="*/ 1720914 w 2334182"/>
                  <a:gd name="connsiteY64" fmla="*/ 1430797 h 2236619"/>
                  <a:gd name="connsiteX65" fmla="*/ 1753474 w 2334182"/>
                  <a:gd name="connsiteY65" fmla="*/ 1429246 h 2236619"/>
                  <a:gd name="connsiteX66" fmla="*/ 1787587 w 2334182"/>
                  <a:gd name="connsiteY66" fmla="*/ 1426145 h 2236619"/>
                  <a:gd name="connsiteX67" fmla="*/ 1822473 w 2334182"/>
                  <a:gd name="connsiteY67" fmla="*/ 1419168 h 2236619"/>
                  <a:gd name="connsiteX68" fmla="*/ 1856584 w 2334182"/>
                  <a:gd name="connsiteY68" fmla="*/ 1410640 h 2236619"/>
                  <a:gd name="connsiteX69" fmla="*/ 1889921 w 2334182"/>
                  <a:gd name="connsiteY69" fmla="*/ 1401336 h 2236619"/>
                  <a:gd name="connsiteX70" fmla="*/ 1920156 w 2334182"/>
                  <a:gd name="connsiteY70" fmla="*/ 1389708 h 2236619"/>
                  <a:gd name="connsiteX71" fmla="*/ 1948066 w 2334182"/>
                  <a:gd name="connsiteY71" fmla="*/ 1378853 h 2236619"/>
                  <a:gd name="connsiteX72" fmla="*/ 1968998 w 2334182"/>
                  <a:gd name="connsiteY72" fmla="*/ 1367225 h 2236619"/>
                  <a:gd name="connsiteX73" fmla="*/ 1986054 w 2334182"/>
                  <a:gd name="connsiteY73" fmla="*/ 1357146 h 2236619"/>
                  <a:gd name="connsiteX74" fmla="*/ 2011638 w 2334182"/>
                  <a:gd name="connsiteY74" fmla="*/ 1337766 h 2236619"/>
                  <a:gd name="connsiteX75" fmla="*/ 2036446 w 2334182"/>
                  <a:gd name="connsiteY75" fmla="*/ 1315283 h 2236619"/>
                  <a:gd name="connsiteX76" fmla="*/ 2060480 w 2334182"/>
                  <a:gd name="connsiteY76" fmla="*/ 1291250 h 2236619"/>
                  <a:gd name="connsiteX77" fmla="*/ 2084513 w 2334182"/>
                  <a:gd name="connsiteY77" fmla="*/ 1265666 h 2236619"/>
                  <a:gd name="connsiteX78" fmla="*/ 2106995 w 2334182"/>
                  <a:gd name="connsiteY78" fmla="*/ 1236205 h 2236619"/>
                  <a:gd name="connsiteX79" fmla="*/ 2127153 w 2334182"/>
                  <a:gd name="connsiteY79" fmla="*/ 1205195 h 2236619"/>
                  <a:gd name="connsiteX80" fmla="*/ 2144983 w 2334182"/>
                  <a:gd name="connsiteY80" fmla="*/ 1171083 h 2236619"/>
                  <a:gd name="connsiteX81" fmla="*/ 2160488 w 2334182"/>
                  <a:gd name="connsiteY81" fmla="*/ 1133095 h 2236619"/>
                  <a:gd name="connsiteX82" fmla="*/ 2172117 w 2334182"/>
                  <a:gd name="connsiteY82" fmla="*/ 1093557 h 2236619"/>
                  <a:gd name="connsiteX83" fmla="*/ 2180645 w 2334182"/>
                  <a:gd name="connsiteY83" fmla="*/ 1048591 h 2236619"/>
                  <a:gd name="connsiteX84" fmla="*/ 2183747 w 2334182"/>
                  <a:gd name="connsiteY84" fmla="*/ 1002076 h 2236619"/>
                  <a:gd name="connsiteX85" fmla="*/ 2182196 w 2334182"/>
                  <a:gd name="connsiteY85" fmla="*/ 950133 h 2236619"/>
                  <a:gd name="connsiteX86" fmla="*/ 2175218 w 2334182"/>
                  <a:gd name="connsiteY86" fmla="*/ 895090 h 2236619"/>
                  <a:gd name="connsiteX87" fmla="*/ 2158162 w 2334182"/>
                  <a:gd name="connsiteY87" fmla="*/ 812912 h 2236619"/>
                  <a:gd name="connsiteX88" fmla="*/ 2137231 w 2334182"/>
                  <a:gd name="connsiteY88" fmla="*/ 736936 h 2236619"/>
                  <a:gd name="connsiteX89" fmla="*/ 2110096 w 2334182"/>
                  <a:gd name="connsiteY89" fmla="*/ 664061 h 2236619"/>
                  <a:gd name="connsiteX90" fmla="*/ 2077535 w 2334182"/>
                  <a:gd name="connsiteY90" fmla="*/ 595837 h 2236619"/>
                  <a:gd name="connsiteX91" fmla="*/ 2041098 w 2334182"/>
                  <a:gd name="connsiteY91" fmla="*/ 533041 h 2236619"/>
                  <a:gd name="connsiteX92" fmla="*/ 1997683 w 2334182"/>
                  <a:gd name="connsiteY92" fmla="*/ 473346 h 2236619"/>
                  <a:gd name="connsiteX93" fmla="*/ 1951167 w 2334182"/>
                  <a:gd name="connsiteY93" fmla="*/ 419853 h 2236619"/>
                  <a:gd name="connsiteX94" fmla="*/ 1896899 w 2334182"/>
                  <a:gd name="connsiteY94" fmla="*/ 371786 h 2236619"/>
                  <a:gd name="connsiteX95" fmla="*/ 1841079 w 2334182"/>
                  <a:gd name="connsiteY95" fmla="*/ 326821 h 2236619"/>
                  <a:gd name="connsiteX96" fmla="*/ 1777508 w 2334182"/>
                  <a:gd name="connsiteY96" fmla="*/ 288833 h 2236619"/>
                  <a:gd name="connsiteX97" fmla="*/ 1710061 w 2334182"/>
                  <a:gd name="connsiteY97" fmla="*/ 254722 h 2236619"/>
                  <a:gd name="connsiteX98" fmla="*/ 1637960 w 2334182"/>
                  <a:gd name="connsiteY98" fmla="*/ 225261 h 2236619"/>
                  <a:gd name="connsiteX99" fmla="*/ 1560433 w 2334182"/>
                  <a:gd name="connsiteY99" fmla="*/ 202779 h 2236619"/>
                  <a:gd name="connsiteX100" fmla="*/ 1477481 w 2334182"/>
                  <a:gd name="connsiteY100" fmla="*/ 184948 h 2236619"/>
                  <a:gd name="connsiteX101" fmla="*/ 1391427 w 2334182"/>
                  <a:gd name="connsiteY101" fmla="*/ 171768 h 2236619"/>
                  <a:gd name="connsiteX102" fmla="*/ 1298395 w 2334182"/>
                  <a:gd name="connsiteY102" fmla="*/ 164791 h 2236619"/>
                  <a:gd name="connsiteX103" fmla="*/ 1200712 w 2334182"/>
                  <a:gd name="connsiteY103" fmla="*/ 163240 h 2236619"/>
                  <a:gd name="connsiteX104" fmla="*/ 1083647 w 2334182"/>
                  <a:gd name="connsiteY104" fmla="*/ 171768 h 2236619"/>
                  <a:gd name="connsiteX105" fmla="*/ 1112347 w 2334182"/>
                  <a:gd name="connsiteY105" fmla="*/ 7377 h 2236619"/>
                  <a:gd name="connsiteX106" fmla="*/ 1202794 w 2334182"/>
                  <a:gd name="connsiteY106" fmla="*/ 0 h 2236619"/>
                  <a:gd name="connsiteX107" fmla="*/ 1304349 w 2334182"/>
                  <a:gd name="connsiteY107" fmla="*/ 820 h 2236619"/>
                  <a:gd name="connsiteX108" fmla="*/ 1399557 w 2334182"/>
                  <a:gd name="connsiteY108" fmla="*/ 8195 h 2236619"/>
                  <a:gd name="connsiteX109" fmla="*/ 1490005 w 2334182"/>
                  <a:gd name="connsiteY109" fmla="*/ 20490 h 2236619"/>
                  <a:gd name="connsiteX110" fmla="*/ 1576486 w 2334182"/>
                  <a:gd name="connsiteY110" fmla="*/ 38520 h 2236619"/>
                  <a:gd name="connsiteX111" fmla="*/ 1658999 w 2334182"/>
                  <a:gd name="connsiteY111" fmla="*/ 60649 h 2236619"/>
                  <a:gd name="connsiteX112" fmla="*/ 1735165 w 2334182"/>
                  <a:gd name="connsiteY112" fmla="*/ 89334 h 2236619"/>
                  <a:gd name="connsiteX113" fmla="*/ 1808952 w 2334182"/>
                  <a:gd name="connsiteY113" fmla="*/ 120478 h 2236619"/>
                  <a:gd name="connsiteX114" fmla="*/ 1876391 w 2334182"/>
                  <a:gd name="connsiteY114" fmla="*/ 157358 h 2236619"/>
                  <a:gd name="connsiteX115" fmla="*/ 1939862 w 2334182"/>
                  <a:gd name="connsiteY115" fmla="*/ 199157 h 2236619"/>
                  <a:gd name="connsiteX116" fmla="*/ 2000955 w 2334182"/>
                  <a:gd name="connsiteY116" fmla="*/ 245873 h 2236619"/>
                  <a:gd name="connsiteX117" fmla="*/ 2055699 w 2334182"/>
                  <a:gd name="connsiteY117" fmla="*/ 295866 h 2236619"/>
                  <a:gd name="connsiteX118" fmla="*/ 2105683 w 2334182"/>
                  <a:gd name="connsiteY118" fmla="*/ 351598 h 2236619"/>
                  <a:gd name="connsiteX119" fmla="*/ 2152493 w 2334182"/>
                  <a:gd name="connsiteY119" fmla="*/ 409787 h 2236619"/>
                  <a:gd name="connsiteX120" fmla="*/ 2193750 w 2334182"/>
                  <a:gd name="connsiteY120" fmla="*/ 472075 h 2236619"/>
                  <a:gd name="connsiteX121" fmla="*/ 2231834 w 2334182"/>
                  <a:gd name="connsiteY121" fmla="*/ 537641 h 2236619"/>
                  <a:gd name="connsiteX122" fmla="*/ 2257223 w 2334182"/>
                  <a:gd name="connsiteY122" fmla="*/ 592553 h 2236619"/>
                  <a:gd name="connsiteX123" fmla="*/ 2279437 w 2334182"/>
                  <a:gd name="connsiteY123" fmla="*/ 654021 h 2236619"/>
                  <a:gd name="connsiteX124" fmla="*/ 2299273 w 2334182"/>
                  <a:gd name="connsiteY124" fmla="*/ 721226 h 2236619"/>
                  <a:gd name="connsiteX125" fmla="*/ 2315141 w 2334182"/>
                  <a:gd name="connsiteY125" fmla="*/ 794168 h 2236619"/>
                  <a:gd name="connsiteX126" fmla="*/ 2327042 w 2334182"/>
                  <a:gd name="connsiteY126" fmla="*/ 868749 h 2236619"/>
                  <a:gd name="connsiteX127" fmla="*/ 2332595 w 2334182"/>
                  <a:gd name="connsiteY127" fmla="*/ 945790 h 2236619"/>
                  <a:gd name="connsiteX128" fmla="*/ 2334182 w 2334182"/>
                  <a:gd name="connsiteY128" fmla="*/ 1024469 h 2236619"/>
                  <a:gd name="connsiteX129" fmla="*/ 2329422 w 2334182"/>
                  <a:gd name="connsiteY129" fmla="*/ 1102329 h 2236619"/>
                  <a:gd name="connsiteX130" fmla="*/ 2319901 w 2334182"/>
                  <a:gd name="connsiteY130" fmla="*/ 1178549 h 2236619"/>
                  <a:gd name="connsiteX131" fmla="*/ 2302446 w 2334182"/>
                  <a:gd name="connsiteY131" fmla="*/ 1253131 h 2236619"/>
                  <a:gd name="connsiteX132" fmla="*/ 2279438 w 2334182"/>
                  <a:gd name="connsiteY132" fmla="*/ 1317056 h 2236619"/>
                  <a:gd name="connsiteX133" fmla="*/ 2251669 w 2334182"/>
                  <a:gd name="connsiteY133" fmla="*/ 1376887 h 2236619"/>
                  <a:gd name="connsiteX134" fmla="*/ 2218347 w 2334182"/>
                  <a:gd name="connsiteY134" fmla="*/ 1431798 h 2236619"/>
                  <a:gd name="connsiteX135" fmla="*/ 2184230 w 2334182"/>
                  <a:gd name="connsiteY135" fmla="*/ 1485070 h 2236619"/>
                  <a:gd name="connsiteX136" fmla="*/ 2146146 w 2334182"/>
                  <a:gd name="connsiteY136" fmla="*/ 1537523 h 2236619"/>
                  <a:gd name="connsiteX137" fmla="*/ 2108857 w 2334182"/>
                  <a:gd name="connsiteY137" fmla="*/ 1586698 h 2236619"/>
                  <a:gd name="connsiteX138" fmla="*/ 2071567 w 2334182"/>
                  <a:gd name="connsiteY138" fmla="*/ 1637511 h 2236619"/>
                  <a:gd name="connsiteX139" fmla="*/ 2035070 w 2334182"/>
                  <a:gd name="connsiteY139" fmla="*/ 1688324 h 2236619"/>
                  <a:gd name="connsiteX140" fmla="*/ 2010476 w 2334182"/>
                  <a:gd name="connsiteY140" fmla="*/ 1729303 h 2236619"/>
                  <a:gd name="connsiteX141" fmla="*/ 1990641 w 2334182"/>
                  <a:gd name="connsiteY141" fmla="*/ 1776019 h 2236619"/>
                  <a:gd name="connsiteX142" fmla="*/ 1974772 w 2334182"/>
                  <a:gd name="connsiteY142" fmla="*/ 1825194 h 2236619"/>
                  <a:gd name="connsiteX143" fmla="*/ 1962078 w 2334182"/>
                  <a:gd name="connsiteY143" fmla="*/ 1878466 h 2236619"/>
                  <a:gd name="connsiteX144" fmla="*/ 1960491 w 2334182"/>
                  <a:gd name="connsiteY144" fmla="*/ 1903872 h 2236619"/>
                  <a:gd name="connsiteX145" fmla="*/ 1962078 w 2334182"/>
                  <a:gd name="connsiteY145" fmla="*/ 1934197 h 2236619"/>
                  <a:gd name="connsiteX146" fmla="*/ 1966044 w 2334182"/>
                  <a:gd name="connsiteY146" fmla="*/ 1971077 h 2236619"/>
                  <a:gd name="connsiteX147" fmla="*/ 1971598 w 2334182"/>
                  <a:gd name="connsiteY147" fmla="*/ 2009597 h 2236619"/>
                  <a:gd name="connsiteX148" fmla="*/ 1980326 w 2334182"/>
                  <a:gd name="connsiteY148" fmla="*/ 2051395 h 2236619"/>
                  <a:gd name="connsiteX149" fmla="*/ 1990640 w 2334182"/>
                  <a:gd name="connsiteY149" fmla="*/ 2093195 h 2236619"/>
                  <a:gd name="connsiteX150" fmla="*/ 1991123 w 2334182"/>
                  <a:gd name="connsiteY150" fmla="*/ 2095075 h 2236619"/>
                  <a:gd name="connsiteX151" fmla="*/ 951135 w 2334182"/>
                  <a:gd name="connsiteY151" fmla="*/ 2223889 h 2236619"/>
                  <a:gd name="connsiteX152" fmla="*/ 947319 w 2334182"/>
                  <a:gd name="connsiteY152" fmla="*/ 2215311 h 2236619"/>
                  <a:gd name="connsiteX153" fmla="*/ 933038 w 2334182"/>
                  <a:gd name="connsiteY153" fmla="*/ 2191544 h 2236619"/>
                  <a:gd name="connsiteX154" fmla="*/ 917170 w 2334182"/>
                  <a:gd name="connsiteY154" fmla="*/ 2176791 h 2236619"/>
                  <a:gd name="connsiteX155" fmla="*/ 899716 w 2334182"/>
                  <a:gd name="connsiteY155" fmla="*/ 2169415 h 2236619"/>
                  <a:gd name="connsiteX156" fmla="*/ 879881 w 2334182"/>
                  <a:gd name="connsiteY156" fmla="*/ 2166136 h 2236619"/>
                  <a:gd name="connsiteX157" fmla="*/ 856872 w 2334182"/>
                  <a:gd name="connsiteY157" fmla="*/ 2167777 h 2236619"/>
                  <a:gd name="connsiteX158" fmla="*/ 833864 w 2334182"/>
                  <a:gd name="connsiteY158" fmla="*/ 2171054 h 2236619"/>
                  <a:gd name="connsiteX159" fmla="*/ 812442 w 2334182"/>
                  <a:gd name="connsiteY159" fmla="*/ 2176791 h 2236619"/>
                  <a:gd name="connsiteX160" fmla="*/ 791813 w 2334182"/>
                  <a:gd name="connsiteY160" fmla="*/ 2182528 h 2236619"/>
                  <a:gd name="connsiteX161" fmla="*/ 772771 w 2334182"/>
                  <a:gd name="connsiteY161" fmla="*/ 2188264 h 2236619"/>
                  <a:gd name="connsiteX162" fmla="*/ 758490 w 2334182"/>
                  <a:gd name="connsiteY162" fmla="*/ 2193182 h 2236619"/>
                  <a:gd name="connsiteX163" fmla="*/ 724374 w 2334182"/>
                  <a:gd name="connsiteY163" fmla="*/ 2204657 h 2236619"/>
                  <a:gd name="connsiteX164" fmla="*/ 685497 w 2334182"/>
                  <a:gd name="connsiteY164" fmla="*/ 2215311 h 2236619"/>
                  <a:gd name="connsiteX165" fmla="*/ 641861 w 2334182"/>
                  <a:gd name="connsiteY165" fmla="*/ 2224326 h 2236619"/>
                  <a:gd name="connsiteX166" fmla="*/ 595844 w 2334182"/>
                  <a:gd name="connsiteY166" fmla="*/ 2230063 h 2236619"/>
                  <a:gd name="connsiteX167" fmla="*/ 549827 w 2334182"/>
                  <a:gd name="connsiteY167" fmla="*/ 2234981 h 2236619"/>
                  <a:gd name="connsiteX168" fmla="*/ 503016 w 2334182"/>
                  <a:gd name="connsiteY168" fmla="*/ 2236619 h 2236619"/>
                  <a:gd name="connsiteX169" fmla="*/ 458585 w 2334182"/>
                  <a:gd name="connsiteY169" fmla="*/ 2233342 h 2236619"/>
                  <a:gd name="connsiteX170" fmla="*/ 416535 w 2334182"/>
                  <a:gd name="connsiteY170" fmla="*/ 2225965 h 2236619"/>
                  <a:gd name="connsiteX171" fmla="*/ 393527 w 2334182"/>
                  <a:gd name="connsiteY171" fmla="*/ 2220229 h 2236619"/>
                  <a:gd name="connsiteX172" fmla="*/ 370518 w 2334182"/>
                  <a:gd name="connsiteY172" fmla="*/ 2209574 h 2236619"/>
                  <a:gd name="connsiteX173" fmla="*/ 347509 w 2334182"/>
                  <a:gd name="connsiteY173" fmla="*/ 2197280 h 2236619"/>
                  <a:gd name="connsiteX174" fmla="*/ 327675 w 2334182"/>
                  <a:gd name="connsiteY174" fmla="*/ 2182528 h 2236619"/>
                  <a:gd name="connsiteX175" fmla="*/ 307047 w 2334182"/>
                  <a:gd name="connsiteY175" fmla="*/ 2164497 h 2236619"/>
                  <a:gd name="connsiteX176" fmla="*/ 291178 w 2334182"/>
                  <a:gd name="connsiteY176" fmla="*/ 2145647 h 2236619"/>
                  <a:gd name="connsiteX177" fmla="*/ 280070 w 2334182"/>
                  <a:gd name="connsiteY177" fmla="*/ 2121880 h 2236619"/>
                  <a:gd name="connsiteX178" fmla="*/ 271342 w 2334182"/>
                  <a:gd name="connsiteY178" fmla="*/ 2094833 h 2236619"/>
                  <a:gd name="connsiteX179" fmla="*/ 268169 w 2334182"/>
                  <a:gd name="connsiteY179" fmla="*/ 2065329 h 2236619"/>
                  <a:gd name="connsiteX180" fmla="*/ 271342 w 2334182"/>
                  <a:gd name="connsiteY180" fmla="*/ 2032546 h 2236619"/>
                  <a:gd name="connsiteX181" fmla="*/ 275310 w 2334182"/>
                  <a:gd name="connsiteY181" fmla="*/ 2009597 h 2236619"/>
                  <a:gd name="connsiteX182" fmla="*/ 280864 w 2334182"/>
                  <a:gd name="connsiteY182" fmla="*/ 1984191 h 2236619"/>
                  <a:gd name="connsiteX183" fmla="*/ 287211 w 2334182"/>
                  <a:gd name="connsiteY183" fmla="*/ 1957964 h 2236619"/>
                  <a:gd name="connsiteX184" fmla="*/ 289591 w 2334182"/>
                  <a:gd name="connsiteY184" fmla="*/ 1932558 h 2236619"/>
                  <a:gd name="connsiteX185" fmla="*/ 289591 w 2334182"/>
                  <a:gd name="connsiteY185" fmla="*/ 1905512 h 2236619"/>
                  <a:gd name="connsiteX186" fmla="*/ 282450 w 2334182"/>
                  <a:gd name="connsiteY186" fmla="*/ 1881745 h 2236619"/>
                  <a:gd name="connsiteX187" fmla="*/ 275310 w 2334182"/>
                  <a:gd name="connsiteY187" fmla="*/ 1868630 h 2236619"/>
                  <a:gd name="connsiteX188" fmla="*/ 262615 w 2334182"/>
                  <a:gd name="connsiteY188" fmla="*/ 1856338 h 2236619"/>
                  <a:gd name="connsiteX189" fmla="*/ 249128 w 2334182"/>
                  <a:gd name="connsiteY189" fmla="*/ 1847322 h 2236619"/>
                  <a:gd name="connsiteX190" fmla="*/ 234847 w 2334182"/>
                  <a:gd name="connsiteY190" fmla="*/ 1839945 h 2236619"/>
                  <a:gd name="connsiteX191" fmla="*/ 220565 w 2334182"/>
                  <a:gd name="connsiteY191" fmla="*/ 1829291 h 2236619"/>
                  <a:gd name="connsiteX192" fmla="*/ 209457 w 2334182"/>
                  <a:gd name="connsiteY192" fmla="*/ 1817817 h 2236619"/>
                  <a:gd name="connsiteX193" fmla="*/ 200730 w 2334182"/>
                  <a:gd name="connsiteY193" fmla="*/ 1803065 h 2236619"/>
                  <a:gd name="connsiteX194" fmla="*/ 197557 w 2334182"/>
                  <a:gd name="connsiteY194" fmla="*/ 1786674 h 2236619"/>
                  <a:gd name="connsiteX195" fmla="*/ 199143 w 2334182"/>
                  <a:gd name="connsiteY195" fmla="*/ 1770281 h 2236619"/>
                  <a:gd name="connsiteX196" fmla="*/ 204697 w 2334182"/>
                  <a:gd name="connsiteY196" fmla="*/ 1754709 h 2236619"/>
                  <a:gd name="connsiteX197" fmla="*/ 211838 w 2334182"/>
                  <a:gd name="connsiteY197" fmla="*/ 1741596 h 2236619"/>
                  <a:gd name="connsiteX198" fmla="*/ 216598 w 2334182"/>
                  <a:gd name="connsiteY198" fmla="*/ 1728483 h 2236619"/>
                  <a:gd name="connsiteX199" fmla="*/ 193590 w 2334182"/>
                  <a:gd name="connsiteY199" fmla="*/ 1712092 h 2236619"/>
                  <a:gd name="connsiteX200" fmla="*/ 177722 w 2334182"/>
                  <a:gd name="connsiteY200" fmla="*/ 1695701 h 2236619"/>
                  <a:gd name="connsiteX201" fmla="*/ 168994 w 2334182"/>
                  <a:gd name="connsiteY201" fmla="*/ 1679309 h 2236619"/>
                  <a:gd name="connsiteX202" fmla="*/ 167408 w 2334182"/>
                  <a:gd name="connsiteY202" fmla="*/ 1661278 h 2236619"/>
                  <a:gd name="connsiteX203" fmla="*/ 169787 w 2334182"/>
                  <a:gd name="connsiteY203" fmla="*/ 1644887 h 2236619"/>
                  <a:gd name="connsiteX204" fmla="*/ 176135 w 2334182"/>
                  <a:gd name="connsiteY204" fmla="*/ 1626857 h 2236619"/>
                  <a:gd name="connsiteX205" fmla="*/ 184862 w 2334182"/>
                  <a:gd name="connsiteY205" fmla="*/ 1608826 h 2236619"/>
                  <a:gd name="connsiteX206" fmla="*/ 194383 w 2334182"/>
                  <a:gd name="connsiteY206" fmla="*/ 1590796 h 2236619"/>
                  <a:gd name="connsiteX207" fmla="*/ 203111 w 2334182"/>
                  <a:gd name="connsiteY207" fmla="*/ 1571944 h 2236619"/>
                  <a:gd name="connsiteX208" fmla="*/ 211838 w 2334182"/>
                  <a:gd name="connsiteY208" fmla="*/ 1553914 h 2236619"/>
                  <a:gd name="connsiteX209" fmla="*/ 216598 w 2334182"/>
                  <a:gd name="connsiteY209" fmla="*/ 1534245 h 2236619"/>
                  <a:gd name="connsiteX210" fmla="*/ 200730 w 2334182"/>
                  <a:gd name="connsiteY210" fmla="*/ 1519492 h 2236619"/>
                  <a:gd name="connsiteX211" fmla="*/ 178514 w 2334182"/>
                  <a:gd name="connsiteY211" fmla="*/ 1508018 h 2236619"/>
                  <a:gd name="connsiteX212" fmla="*/ 153919 w 2334182"/>
                  <a:gd name="connsiteY212" fmla="*/ 1497364 h 2236619"/>
                  <a:gd name="connsiteX213" fmla="*/ 128531 w 2334182"/>
                  <a:gd name="connsiteY213" fmla="*/ 1488349 h 2236619"/>
                  <a:gd name="connsiteX214" fmla="*/ 102348 w 2334182"/>
                  <a:gd name="connsiteY214" fmla="*/ 1479333 h 2236619"/>
                  <a:gd name="connsiteX215" fmla="*/ 76166 w 2334182"/>
                  <a:gd name="connsiteY215" fmla="*/ 1470318 h 2236619"/>
                  <a:gd name="connsiteX216" fmla="*/ 51571 w 2334182"/>
                  <a:gd name="connsiteY216" fmla="*/ 1459663 h 2236619"/>
                  <a:gd name="connsiteX217" fmla="*/ 31736 w 2334182"/>
                  <a:gd name="connsiteY217" fmla="*/ 1448189 h 2236619"/>
                  <a:gd name="connsiteX218" fmla="*/ 14281 w 2334182"/>
                  <a:gd name="connsiteY218" fmla="*/ 1431798 h 2236619"/>
                  <a:gd name="connsiteX219" fmla="*/ 3967 w 2334182"/>
                  <a:gd name="connsiteY219" fmla="*/ 1412128 h 2236619"/>
                  <a:gd name="connsiteX220" fmla="*/ 0 w 2334182"/>
                  <a:gd name="connsiteY220" fmla="*/ 1391638 h 2236619"/>
                  <a:gd name="connsiteX221" fmla="*/ 3174 w 2334182"/>
                  <a:gd name="connsiteY221" fmla="*/ 1371969 h 2236619"/>
                  <a:gd name="connsiteX222" fmla="*/ 10314 w 2334182"/>
                  <a:gd name="connsiteY222" fmla="*/ 1353938 h 2236619"/>
                  <a:gd name="connsiteX223" fmla="*/ 21422 w 2334182"/>
                  <a:gd name="connsiteY223" fmla="*/ 1339185 h 2236619"/>
                  <a:gd name="connsiteX224" fmla="*/ 34909 w 2334182"/>
                  <a:gd name="connsiteY224" fmla="*/ 1324433 h 2236619"/>
                  <a:gd name="connsiteX225" fmla="*/ 47604 w 2334182"/>
                  <a:gd name="connsiteY225" fmla="*/ 1312140 h 2236619"/>
                  <a:gd name="connsiteX226" fmla="*/ 57919 w 2334182"/>
                  <a:gd name="connsiteY226" fmla="*/ 1302305 h 2236619"/>
                  <a:gd name="connsiteX227" fmla="*/ 88068 w 2334182"/>
                  <a:gd name="connsiteY227" fmla="*/ 1266244 h 2236619"/>
                  <a:gd name="connsiteX228" fmla="*/ 119803 w 2334182"/>
                  <a:gd name="connsiteY228" fmla="*/ 1233461 h 2236619"/>
                  <a:gd name="connsiteX229" fmla="*/ 151540 w 2334182"/>
                  <a:gd name="connsiteY229" fmla="*/ 1200677 h 2236619"/>
                  <a:gd name="connsiteX230" fmla="*/ 181689 w 2334182"/>
                  <a:gd name="connsiteY230" fmla="*/ 1164615 h 2236619"/>
                  <a:gd name="connsiteX231" fmla="*/ 210251 w 2334182"/>
                  <a:gd name="connsiteY231" fmla="*/ 1129374 h 2236619"/>
                  <a:gd name="connsiteX232" fmla="*/ 236433 w 2334182"/>
                  <a:gd name="connsiteY232" fmla="*/ 1089215 h 2236619"/>
                  <a:gd name="connsiteX233" fmla="*/ 257855 w 2334182"/>
                  <a:gd name="connsiteY233" fmla="*/ 1045778 h 2236619"/>
                  <a:gd name="connsiteX234" fmla="*/ 269756 w 2334182"/>
                  <a:gd name="connsiteY234" fmla="*/ 1009716 h 2236619"/>
                  <a:gd name="connsiteX235" fmla="*/ 273723 w 2334182"/>
                  <a:gd name="connsiteY235" fmla="*/ 974475 h 2236619"/>
                  <a:gd name="connsiteX236" fmla="*/ 273723 w 2334182"/>
                  <a:gd name="connsiteY236" fmla="*/ 936775 h 2236619"/>
                  <a:gd name="connsiteX237" fmla="*/ 272930 w 2334182"/>
                  <a:gd name="connsiteY237" fmla="*/ 896615 h 2236619"/>
                  <a:gd name="connsiteX238" fmla="*/ 271342 w 2334182"/>
                  <a:gd name="connsiteY238" fmla="*/ 856456 h 2236619"/>
                  <a:gd name="connsiteX239" fmla="*/ 272930 w 2334182"/>
                  <a:gd name="connsiteY239" fmla="*/ 813019 h 2236619"/>
                  <a:gd name="connsiteX240" fmla="*/ 276896 w 2334182"/>
                  <a:gd name="connsiteY240" fmla="*/ 767123 h 2236619"/>
                  <a:gd name="connsiteX241" fmla="*/ 321327 w 2334182"/>
                  <a:gd name="connsiteY241" fmla="*/ 577800 h 2236619"/>
                  <a:gd name="connsiteX242" fmla="*/ 349096 w 2334182"/>
                  <a:gd name="connsiteY242" fmla="*/ 508956 h 2236619"/>
                  <a:gd name="connsiteX243" fmla="*/ 382419 w 2334182"/>
                  <a:gd name="connsiteY243" fmla="*/ 445030 h 2236619"/>
                  <a:gd name="connsiteX244" fmla="*/ 421295 w 2334182"/>
                  <a:gd name="connsiteY244" fmla="*/ 385200 h 2236619"/>
                  <a:gd name="connsiteX245" fmla="*/ 465726 w 2334182"/>
                  <a:gd name="connsiteY245" fmla="*/ 328650 h 2236619"/>
                  <a:gd name="connsiteX246" fmla="*/ 514917 w 2334182"/>
                  <a:gd name="connsiteY246" fmla="*/ 277017 h 2236619"/>
                  <a:gd name="connsiteX247" fmla="*/ 568074 w 2334182"/>
                  <a:gd name="connsiteY247" fmla="*/ 229481 h 2236619"/>
                  <a:gd name="connsiteX248" fmla="*/ 625993 w 2334182"/>
                  <a:gd name="connsiteY248" fmla="*/ 186044 h 2236619"/>
                  <a:gd name="connsiteX249" fmla="*/ 686291 w 2334182"/>
                  <a:gd name="connsiteY249" fmla="*/ 147523 h 2236619"/>
                  <a:gd name="connsiteX250" fmla="*/ 751351 w 2334182"/>
                  <a:gd name="connsiteY250" fmla="*/ 113101 h 2236619"/>
                  <a:gd name="connsiteX251" fmla="*/ 817996 w 2334182"/>
                  <a:gd name="connsiteY251" fmla="*/ 84416 h 2236619"/>
                  <a:gd name="connsiteX252" fmla="*/ 885434 w 2334182"/>
                  <a:gd name="connsiteY252" fmla="*/ 59010 h 2236619"/>
                  <a:gd name="connsiteX253" fmla="*/ 1112347 w 2334182"/>
                  <a:gd name="connsiteY253" fmla="*/ 7377 h 2236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</a:cxnLst>
                <a:rect l="l" t="t" r="r" b="b"/>
                <a:pathLst>
                  <a:path w="2334182" h="2236619">
                    <a:moveTo>
                      <a:pt x="1083647" y="171768"/>
                    </a:moveTo>
                    <a:lnTo>
                      <a:pt x="950300" y="202779"/>
                    </a:lnTo>
                    <a:lnTo>
                      <a:pt x="907661" y="218284"/>
                    </a:lnTo>
                    <a:lnTo>
                      <a:pt x="862695" y="235340"/>
                    </a:lnTo>
                    <a:lnTo>
                      <a:pt x="819281" y="254722"/>
                    </a:lnTo>
                    <a:lnTo>
                      <a:pt x="775091" y="277980"/>
                    </a:lnTo>
                    <a:lnTo>
                      <a:pt x="733227" y="302787"/>
                    </a:lnTo>
                    <a:lnTo>
                      <a:pt x="692138" y="329922"/>
                    </a:lnTo>
                    <a:lnTo>
                      <a:pt x="654149" y="360932"/>
                    </a:lnTo>
                    <a:lnTo>
                      <a:pt x="618487" y="394269"/>
                    </a:lnTo>
                    <a:lnTo>
                      <a:pt x="586702" y="431482"/>
                    </a:lnTo>
                    <a:lnTo>
                      <a:pt x="558017" y="469469"/>
                    </a:lnTo>
                    <a:lnTo>
                      <a:pt x="535534" y="511334"/>
                    </a:lnTo>
                    <a:lnTo>
                      <a:pt x="516928" y="557074"/>
                    </a:lnTo>
                    <a:lnTo>
                      <a:pt x="506075" y="604366"/>
                    </a:lnTo>
                    <a:lnTo>
                      <a:pt x="500647" y="657083"/>
                    </a:lnTo>
                    <a:lnTo>
                      <a:pt x="502973" y="693521"/>
                    </a:lnTo>
                    <a:lnTo>
                      <a:pt x="513051" y="727633"/>
                    </a:lnTo>
                    <a:lnTo>
                      <a:pt x="527007" y="758644"/>
                    </a:lnTo>
                    <a:lnTo>
                      <a:pt x="547163" y="786552"/>
                    </a:lnTo>
                    <a:lnTo>
                      <a:pt x="568095" y="812912"/>
                    </a:lnTo>
                    <a:lnTo>
                      <a:pt x="592129" y="836170"/>
                    </a:lnTo>
                    <a:lnTo>
                      <a:pt x="616162" y="854001"/>
                    </a:lnTo>
                    <a:lnTo>
                      <a:pt x="640970" y="871056"/>
                    </a:lnTo>
                    <a:lnTo>
                      <a:pt x="673532" y="883460"/>
                    </a:lnTo>
                    <a:lnTo>
                      <a:pt x="709194" y="891988"/>
                    </a:lnTo>
                    <a:lnTo>
                      <a:pt x="748732" y="898190"/>
                    </a:lnTo>
                    <a:lnTo>
                      <a:pt x="790596" y="902067"/>
                    </a:lnTo>
                    <a:lnTo>
                      <a:pt x="834786" y="905168"/>
                    </a:lnTo>
                    <a:lnTo>
                      <a:pt x="878201" y="905943"/>
                    </a:lnTo>
                    <a:lnTo>
                      <a:pt x="923167" y="905943"/>
                    </a:lnTo>
                    <a:lnTo>
                      <a:pt x="968132" y="907493"/>
                    </a:lnTo>
                    <a:lnTo>
                      <a:pt x="1010772" y="910595"/>
                    </a:lnTo>
                    <a:lnTo>
                      <a:pt x="1050310" y="913696"/>
                    </a:lnTo>
                    <a:lnTo>
                      <a:pt x="1086747" y="919122"/>
                    </a:lnTo>
                    <a:lnTo>
                      <a:pt x="1120859" y="927650"/>
                    </a:lnTo>
                    <a:lnTo>
                      <a:pt x="1148768" y="938505"/>
                    </a:lnTo>
                    <a:lnTo>
                      <a:pt x="1169700" y="954009"/>
                    </a:lnTo>
                    <a:lnTo>
                      <a:pt x="1186756" y="971065"/>
                    </a:lnTo>
                    <a:lnTo>
                      <a:pt x="1202261" y="991222"/>
                    </a:lnTo>
                    <a:lnTo>
                      <a:pt x="1213891" y="1010604"/>
                    </a:lnTo>
                    <a:lnTo>
                      <a:pt x="1224744" y="1033086"/>
                    </a:lnTo>
                    <a:lnTo>
                      <a:pt x="1233272" y="1054018"/>
                    </a:lnTo>
                    <a:lnTo>
                      <a:pt x="1241801" y="1076501"/>
                    </a:lnTo>
                    <a:lnTo>
                      <a:pt x="1250328" y="1099759"/>
                    </a:lnTo>
                    <a:lnTo>
                      <a:pt x="1260407" y="1120691"/>
                    </a:lnTo>
                    <a:lnTo>
                      <a:pt x="1269710" y="1141624"/>
                    </a:lnTo>
                    <a:lnTo>
                      <a:pt x="1281339" y="1161780"/>
                    </a:lnTo>
                    <a:lnTo>
                      <a:pt x="1293743" y="1179611"/>
                    </a:lnTo>
                    <a:lnTo>
                      <a:pt x="1309248" y="1196668"/>
                    </a:lnTo>
                    <a:lnTo>
                      <a:pt x="1327855" y="1210622"/>
                    </a:lnTo>
                    <a:lnTo>
                      <a:pt x="1350338" y="1222251"/>
                    </a:lnTo>
                    <a:lnTo>
                      <a:pt x="1377471" y="1231555"/>
                    </a:lnTo>
                    <a:lnTo>
                      <a:pt x="1406932" y="1237756"/>
                    </a:lnTo>
                    <a:lnTo>
                      <a:pt x="1441818" y="1240082"/>
                    </a:lnTo>
                    <a:lnTo>
                      <a:pt x="1484458" y="1239307"/>
                    </a:lnTo>
                    <a:lnTo>
                      <a:pt x="1502289" y="1267216"/>
                    </a:lnTo>
                    <a:lnTo>
                      <a:pt x="1523996" y="1296677"/>
                    </a:lnTo>
                    <a:lnTo>
                      <a:pt x="1548805" y="1327687"/>
                    </a:lnTo>
                    <a:lnTo>
                      <a:pt x="1577490" y="1357146"/>
                    </a:lnTo>
                    <a:lnTo>
                      <a:pt x="1606949" y="1385831"/>
                    </a:lnTo>
                    <a:lnTo>
                      <a:pt x="1636410" y="1406764"/>
                    </a:lnTo>
                    <a:lnTo>
                      <a:pt x="1665870" y="1422268"/>
                    </a:lnTo>
                    <a:lnTo>
                      <a:pt x="1691453" y="1429246"/>
                    </a:lnTo>
                    <a:lnTo>
                      <a:pt x="1720914" y="1430797"/>
                    </a:lnTo>
                    <a:lnTo>
                      <a:pt x="1753474" y="1429246"/>
                    </a:lnTo>
                    <a:lnTo>
                      <a:pt x="1787587" y="1426145"/>
                    </a:lnTo>
                    <a:lnTo>
                      <a:pt x="1822473" y="1419168"/>
                    </a:lnTo>
                    <a:lnTo>
                      <a:pt x="1856584" y="1410640"/>
                    </a:lnTo>
                    <a:lnTo>
                      <a:pt x="1889921" y="1401336"/>
                    </a:lnTo>
                    <a:lnTo>
                      <a:pt x="1920156" y="1389708"/>
                    </a:lnTo>
                    <a:lnTo>
                      <a:pt x="1948066" y="1378853"/>
                    </a:lnTo>
                    <a:lnTo>
                      <a:pt x="1968998" y="1367225"/>
                    </a:lnTo>
                    <a:lnTo>
                      <a:pt x="1986054" y="1357146"/>
                    </a:lnTo>
                    <a:lnTo>
                      <a:pt x="2011638" y="1337766"/>
                    </a:lnTo>
                    <a:lnTo>
                      <a:pt x="2036446" y="1315283"/>
                    </a:lnTo>
                    <a:lnTo>
                      <a:pt x="2060480" y="1291250"/>
                    </a:lnTo>
                    <a:lnTo>
                      <a:pt x="2084513" y="1265666"/>
                    </a:lnTo>
                    <a:lnTo>
                      <a:pt x="2106995" y="1236205"/>
                    </a:lnTo>
                    <a:lnTo>
                      <a:pt x="2127153" y="1205195"/>
                    </a:lnTo>
                    <a:lnTo>
                      <a:pt x="2144983" y="1171083"/>
                    </a:lnTo>
                    <a:lnTo>
                      <a:pt x="2160488" y="1133095"/>
                    </a:lnTo>
                    <a:lnTo>
                      <a:pt x="2172117" y="1093557"/>
                    </a:lnTo>
                    <a:lnTo>
                      <a:pt x="2180645" y="1048591"/>
                    </a:lnTo>
                    <a:lnTo>
                      <a:pt x="2183747" y="1002076"/>
                    </a:lnTo>
                    <a:lnTo>
                      <a:pt x="2182196" y="950133"/>
                    </a:lnTo>
                    <a:lnTo>
                      <a:pt x="2175218" y="895090"/>
                    </a:lnTo>
                    <a:lnTo>
                      <a:pt x="2158162" y="812912"/>
                    </a:lnTo>
                    <a:lnTo>
                      <a:pt x="2137231" y="736936"/>
                    </a:lnTo>
                    <a:lnTo>
                      <a:pt x="2110096" y="664061"/>
                    </a:lnTo>
                    <a:lnTo>
                      <a:pt x="2077535" y="595837"/>
                    </a:lnTo>
                    <a:lnTo>
                      <a:pt x="2041098" y="533041"/>
                    </a:lnTo>
                    <a:lnTo>
                      <a:pt x="1997683" y="473346"/>
                    </a:lnTo>
                    <a:lnTo>
                      <a:pt x="1951167" y="419853"/>
                    </a:lnTo>
                    <a:lnTo>
                      <a:pt x="1896899" y="371786"/>
                    </a:lnTo>
                    <a:lnTo>
                      <a:pt x="1841079" y="326821"/>
                    </a:lnTo>
                    <a:lnTo>
                      <a:pt x="1777508" y="288833"/>
                    </a:lnTo>
                    <a:lnTo>
                      <a:pt x="1710061" y="254722"/>
                    </a:lnTo>
                    <a:lnTo>
                      <a:pt x="1637960" y="225261"/>
                    </a:lnTo>
                    <a:lnTo>
                      <a:pt x="1560433" y="202779"/>
                    </a:lnTo>
                    <a:lnTo>
                      <a:pt x="1477481" y="184948"/>
                    </a:lnTo>
                    <a:lnTo>
                      <a:pt x="1391427" y="171768"/>
                    </a:lnTo>
                    <a:lnTo>
                      <a:pt x="1298395" y="164791"/>
                    </a:lnTo>
                    <a:lnTo>
                      <a:pt x="1200712" y="163240"/>
                    </a:lnTo>
                    <a:lnTo>
                      <a:pt x="1083647" y="171768"/>
                    </a:lnTo>
                    <a:close/>
                    <a:moveTo>
                      <a:pt x="1112347" y="7377"/>
                    </a:moveTo>
                    <a:lnTo>
                      <a:pt x="1202794" y="0"/>
                    </a:lnTo>
                    <a:lnTo>
                      <a:pt x="1304349" y="820"/>
                    </a:lnTo>
                    <a:lnTo>
                      <a:pt x="1399557" y="8195"/>
                    </a:lnTo>
                    <a:lnTo>
                      <a:pt x="1490005" y="20490"/>
                    </a:lnTo>
                    <a:lnTo>
                      <a:pt x="1576486" y="38520"/>
                    </a:lnTo>
                    <a:lnTo>
                      <a:pt x="1658999" y="60649"/>
                    </a:lnTo>
                    <a:lnTo>
                      <a:pt x="1735165" y="89334"/>
                    </a:lnTo>
                    <a:lnTo>
                      <a:pt x="1808952" y="120478"/>
                    </a:lnTo>
                    <a:lnTo>
                      <a:pt x="1876391" y="157358"/>
                    </a:lnTo>
                    <a:lnTo>
                      <a:pt x="1939862" y="199157"/>
                    </a:lnTo>
                    <a:lnTo>
                      <a:pt x="2000955" y="245873"/>
                    </a:lnTo>
                    <a:lnTo>
                      <a:pt x="2055699" y="295866"/>
                    </a:lnTo>
                    <a:lnTo>
                      <a:pt x="2105683" y="351598"/>
                    </a:lnTo>
                    <a:lnTo>
                      <a:pt x="2152493" y="409787"/>
                    </a:lnTo>
                    <a:lnTo>
                      <a:pt x="2193750" y="472075"/>
                    </a:lnTo>
                    <a:lnTo>
                      <a:pt x="2231834" y="537641"/>
                    </a:lnTo>
                    <a:lnTo>
                      <a:pt x="2257223" y="592553"/>
                    </a:lnTo>
                    <a:lnTo>
                      <a:pt x="2279437" y="654021"/>
                    </a:lnTo>
                    <a:lnTo>
                      <a:pt x="2299273" y="721226"/>
                    </a:lnTo>
                    <a:lnTo>
                      <a:pt x="2315141" y="794168"/>
                    </a:lnTo>
                    <a:lnTo>
                      <a:pt x="2327042" y="868749"/>
                    </a:lnTo>
                    <a:lnTo>
                      <a:pt x="2332595" y="945790"/>
                    </a:lnTo>
                    <a:lnTo>
                      <a:pt x="2334182" y="1024469"/>
                    </a:lnTo>
                    <a:lnTo>
                      <a:pt x="2329422" y="1102329"/>
                    </a:lnTo>
                    <a:lnTo>
                      <a:pt x="2319901" y="1178549"/>
                    </a:lnTo>
                    <a:lnTo>
                      <a:pt x="2302446" y="1253131"/>
                    </a:lnTo>
                    <a:lnTo>
                      <a:pt x="2279438" y="1317056"/>
                    </a:lnTo>
                    <a:lnTo>
                      <a:pt x="2251669" y="1376887"/>
                    </a:lnTo>
                    <a:lnTo>
                      <a:pt x="2218347" y="1431798"/>
                    </a:lnTo>
                    <a:lnTo>
                      <a:pt x="2184230" y="1485070"/>
                    </a:lnTo>
                    <a:lnTo>
                      <a:pt x="2146146" y="1537523"/>
                    </a:lnTo>
                    <a:lnTo>
                      <a:pt x="2108857" y="1586698"/>
                    </a:lnTo>
                    <a:lnTo>
                      <a:pt x="2071567" y="1637511"/>
                    </a:lnTo>
                    <a:lnTo>
                      <a:pt x="2035070" y="1688324"/>
                    </a:lnTo>
                    <a:lnTo>
                      <a:pt x="2010476" y="1729303"/>
                    </a:lnTo>
                    <a:lnTo>
                      <a:pt x="1990641" y="1776019"/>
                    </a:lnTo>
                    <a:lnTo>
                      <a:pt x="1974772" y="1825194"/>
                    </a:lnTo>
                    <a:lnTo>
                      <a:pt x="1962078" y="1878466"/>
                    </a:lnTo>
                    <a:lnTo>
                      <a:pt x="1960491" y="1903872"/>
                    </a:lnTo>
                    <a:lnTo>
                      <a:pt x="1962078" y="1934197"/>
                    </a:lnTo>
                    <a:lnTo>
                      <a:pt x="1966044" y="1971077"/>
                    </a:lnTo>
                    <a:lnTo>
                      <a:pt x="1971598" y="2009597"/>
                    </a:lnTo>
                    <a:lnTo>
                      <a:pt x="1980326" y="2051395"/>
                    </a:lnTo>
                    <a:lnTo>
                      <a:pt x="1990640" y="2093195"/>
                    </a:lnTo>
                    <a:lnTo>
                      <a:pt x="1991123" y="2095075"/>
                    </a:lnTo>
                    <a:lnTo>
                      <a:pt x="951135" y="2223889"/>
                    </a:lnTo>
                    <a:lnTo>
                      <a:pt x="947319" y="2215311"/>
                    </a:lnTo>
                    <a:lnTo>
                      <a:pt x="933038" y="2191544"/>
                    </a:lnTo>
                    <a:lnTo>
                      <a:pt x="917170" y="2176791"/>
                    </a:lnTo>
                    <a:lnTo>
                      <a:pt x="899716" y="2169415"/>
                    </a:lnTo>
                    <a:lnTo>
                      <a:pt x="879881" y="2166136"/>
                    </a:lnTo>
                    <a:lnTo>
                      <a:pt x="856872" y="2167777"/>
                    </a:lnTo>
                    <a:lnTo>
                      <a:pt x="833864" y="2171054"/>
                    </a:lnTo>
                    <a:lnTo>
                      <a:pt x="812442" y="2176791"/>
                    </a:lnTo>
                    <a:lnTo>
                      <a:pt x="791813" y="2182528"/>
                    </a:lnTo>
                    <a:lnTo>
                      <a:pt x="772771" y="2188264"/>
                    </a:lnTo>
                    <a:lnTo>
                      <a:pt x="758490" y="2193182"/>
                    </a:lnTo>
                    <a:lnTo>
                      <a:pt x="724374" y="2204657"/>
                    </a:lnTo>
                    <a:lnTo>
                      <a:pt x="685497" y="2215311"/>
                    </a:lnTo>
                    <a:lnTo>
                      <a:pt x="641861" y="2224326"/>
                    </a:lnTo>
                    <a:lnTo>
                      <a:pt x="595844" y="2230063"/>
                    </a:lnTo>
                    <a:lnTo>
                      <a:pt x="549827" y="2234981"/>
                    </a:lnTo>
                    <a:lnTo>
                      <a:pt x="503016" y="2236619"/>
                    </a:lnTo>
                    <a:lnTo>
                      <a:pt x="458585" y="2233342"/>
                    </a:lnTo>
                    <a:lnTo>
                      <a:pt x="416535" y="2225965"/>
                    </a:lnTo>
                    <a:lnTo>
                      <a:pt x="393527" y="2220229"/>
                    </a:lnTo>
                    <a:lnTo>
                      <a:pt x="370518" y="2209574"/>
                    </a:lnTo>
                    <a:lnTo>
                      <a:pt x="347509" y="2197280"/>
                    </a:lnTo>
                    <a:lnTo>
                      <a:pt x="327675" y="2182528"/>
                    </a:lnTo>
                    <a:lnTo>
                      <a:pt x="307047" y="2164497"/>
                    </a:lnTo>
                    <a:lnTo>
                      <a:pt x="291178" y="2145647"/>
                    </a:lnTo>
                    <a:lnTo>
                      <a:pt x="280070" y="2121880"/>
                    </a:lnTo>
                    <a:lnTo>
                      <a:pt x="271342" y="2094833"/>
                    </a:lnTo>
                    <a:lnTo>
                      <a:pt x="268169" y="2065329"/>
                    </a:lnTo>
                    <a:lnTo>
                      <a:pt x="271342" y="2032546"/>
                    </a:lnTo>
                    <a:lnTo>
                      <a:pt x="275310" y="2009597"/>
                    </a:lnTo>
                    <a:lnTo>
                      <a:pt x="280864" y="1984191"/>
                    </a:lnTo>
                    <a:lnTo>
                      <a:pt x="287211" y="1957964"/>
                    </a:lnTo>
                    <a:lnTo>
                      <a:pt x="289591" y="1932558"/>
                    </a:lnTo>
                    <a:lnTo>
                      <a:pt x="289591" y="1905512"/>
                    </a:lnTo>
                    <a:lnTo>
                      <a:pt x="282450" y="1881745"/>
                    </a:lnTo>
                    <a:lnTo>
                      <a:pt x="275310" y="1868630"/>
                    </a:lnTo>
                    <a:lnTo>
                      <a:pt x="262615" y="1856338"/>
                    </a:lnTo>
                    <a:lnTo>
                      <a:pt x="249128" y="1847322"/>
                    </a:lnTo>
                    <a:lnTo>
                      <a:pt x="234847" y="1839945"/>
                    </a:lnTo>
                    <a:lnTo>
                      <a:pt x="220565" y="1829291"/>
                    </a:lnTo>
                    <a:lnTo>
                      <a:pt x="209457" y="1817817"/>
                    </a:lnTo>
                    <a:lnTo>
                      <a:pt x="200730" y="1803065"/>
                    </a:lnTo>
                    <a:lnTo>
                      <a:pt x="197557" y="1786674"/>
                    </a:lnTo>
                    <a:lnTo>
                      <a:pt x="199143" y="1770281"/>
                    </a:lnTo>
                    <a:lnTo>
                      <a:pt x="204697" y="1754709"/>
                    </a:lnTo>
                    <a:lnTo>
                      <a:pt x="211838" y="1741596"/>
                    </a:lnTo>
                    <a:lnTo>
                      <a:pt x="216598" y="1728483"/>
                    </a:lnTo>
                    <a:lnTo>
                      <a:pt x="193590" y="1712092"/>
                    </a:lnTo>
                    <a:lnTo>
                      <a:pt x="177722" y="1695701"/>
                    </a:lnTo>
                    <a:lnTo>
                      <a:pt x="168994" y="1679309"/>
                    </a:lnTo>
                    <a:lnTo>
                      <a:pt x="167408" y="1661278"/>
                    </a:lnTo>
                    <a:lnTo>
                      <a:pt x="169787" y="1644887"/>
                    </a:lnTo>
                    <a:lnTo>
                      <a:pt x="176135" y="1626857"/>
                    </a:lnTo>
                    <a:lnTo>
                      <a:pt x="184862" y="1608826"/>
                    </a:lnTo>
                    <a:lnTo>
                      <a:pt x="194383" y="1590796"/>
                    </a:lnTo>
                    <a:lnTo>
                      <a:pt x="203111" y="1571944"/>
                    </a:lnTo>
                    <a:lnTo>
                      <a:pt x="211838" y="1553914"/>
                    </a:lnTo>
                    <a:lnTo>
                      <a:pt x="216598" y="1534245"/>
                    </a:lnTo>
                    <a:lnTo>
                      <a:pt x="200730" y="1519492"/>
                    </a:lnTo>
                    <a:lnTo>
                      <a:pt x="178514" y="1508018"/>
                    </a:lnTo>
                    <a:lnTo>
                      <a:pt x="153919" y="1497364"/>
                    </a:lnTo>
                    <a:lnTo>
                      <a:pt x="128531" y="1488349"/>
                    </a:lnTo>
                    <a:lnTo>
                      <a:pt x="102348" y="1479333"/>
                    </a:lnTo>
                    <a:lnTo>
                      <a:pt x="76166" y="1470318"/>
                    </a:lnTo>
                    <a:lnTo>
                      <a:pt x="51571" y="1459663"/>
                    </a:lnTo>
                    <a:lnTo>
                      <a:pt x="31736" y="1448189"/>
                    </a:lnTo>
                    <a:lnTo>
                      <a:pt x="14281" y="1431798"/>
                    </a:lnTo>
                    <a:lnTo>
                      <a:pt x="3967" y="1412128"/>
                    </a:lnTo>
                    <a:lnTo>
                      <a:pt x="0" y="1391638"/>
                    </a:lnTo>
                    <a:lnTo>
                      <a:pt x="3174" y="1371969"/>
                    </a:lnTo>
                    <a:lnTo>
                      <a:pt x="10314" y="1353938"/>
                    </a:lnTo>
                    <a:lnTo>
                      <a:pt x="21422" y="1339185"/>
                    </a:lnTo>
                    <a:lnTo>
                      <a:pt x="34909" y="1324433"/>
                    </a:lnTo>
                    <a:lnTo>
                      <a:pt x="47604" y="1312140"/>
                    </a:lnTo>
                    <a:lnTo>
                      <a:pt x="57919" y="1302305"/>
                    </a:lnTo>
                    <a:lnTo>
                      <a:pt x="88068" y="1266244"/>
                    </a:lnTo>
                    <a:lnTo>
                      <a:pt x="119803" y="1233461"/>
                    </a:lnTo>
                    <a:lnTo>
                      <a:pt x="151540" y="1200677"/>
                    </a:lnTo>
                    <a:lnTo>
                      <a:pt x="181689" y="1164615"/>
                    </a:lnTo>
                    <a:lnTo>
                      <a:pt x="210251" y="1129374"/>
                    </a:lnTo>
                    <a:lnTo>
                      <a:pt x="236433" y="1089215"/>
                    </a:lnTo>
                    <a:lnTo>
                      <a:pt x="257855" y="1045778"/>
                    </a:lnTo>
                    <a:lnTo>
                      <a:pt x="269756" y="1009716"/>
                    </a:lnTo>
                    <a:lnTo>
                      <a:pt x="273723" y="974475"/>
                    </a:lnTo>
                    <a:lnTo>
                      <a:pt x="273723" y="936775"/>
                    </a:lnTo>
                    <a:cubicBezTo>
                      <a:pt x="273459" y="923388"/>
                      <a:pt x="273194" y="910002"/>
                      <a:pt x="272930" y="896615"/>
                    </a:cubicBezTo>
                    <a:cubicBezTo>
                      <a:pt x="272401" y="883229"/>
                      <a:pt x="271871" y="869842"/>
                      <a:pt x="271342" y="856456"/>
                    </a:cubicBezTo>
                    <a:cubicBezTo>
                      <a:pt x="271871" y="841977"/>
                      <a:pt x="272401" y="827498"/>
                      <a:pt x="272930" y="813019"/>
                    </a:cubicBezTo>
                    <a:lnTo>
                      <a:pt x="276896" y="767123"/>
                    </a:lnTo>
                    <a:lnTo>
                      <a:pt x="321327" y="577800"/>
                    </a:lnTo>
                    <a:lnTo>
                      <a:pt x="349096" y="508956"/>
                    </a:lnTo>
                    <a:lnTo>
                      <a:pt x="382419" y="445030"/>
                    </a:lnTo>
                    <a:lnTo>
                      <a:pt x="421295" y="385200"/>
                    </a:lnTo>
                    <a:lnTo>
                      <a:pt x="465726" y="328650"/>
                    </a:lnTo>
                    <a:lnTo>
                      <a:pt x="514917" y="277017"/>
                    </a:lnTo>
                    <a:lnTo>
                      <a:pt x="568074" y="229481"/>
                    </a:lnTo>
                    <a:lnTo>
                      <a:pt x="625993" y="186044"/>
                    </a:lnTo>
                    <a:lnTo>
                      <a:pt x="686291" y="147523"/>
                    </a:lnTo>
                    <a:lnTo>
                      <a:pt x="751351" y="113101"/>
                    </a:lnTo>
                    <a:lnTo>
                      <a:pt x="817996" y="84416"/>
                    </a:lnTo>
                    <a:lnTo>
                      <a:pt x="885434" y="59010"/>
                    </a:lnTo>
                    <a:lnTo>
                      <a:pt x="1112347" y="7377"/>
                    </a:lnTo>
                    <a:close/>
                  </a:path>
                </a:pathLst>
              </a:custGeom>
              <a:solidFill>
                <a:srgbClr val="E6106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1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24" name="Block Arc 23">
                <a:extLst>
                  <a:ext uri="{FF2B5EF4-FFF2-40B4-BE49-F238E27FC236}">
                    <a16:creationId xmlns:a16="http://schemas.microsoft.com/office/drawing/2014/main" id="{109FE7AE-56A2-4FCF-9043-78E542394851}"/>
                  </a:ext>
                </a:extLst>
              </p:cNvPr>
              <p:cNvSpPr/>
              <p:nvPr/>
            </p:nvSpPr>
            <p:spPr>
              <a:xfrm rot="324606">
                <a:off x="2229496" y="1098163"/>
                <a:ext cx="1202635" cy="1202635"/>
              </a:xfrm>
              <a:prstGeom prst="blockArc">
                <a:avLst>
                  <a:gd name="adj1" fmla="val 10088498"/>
                  <a:gd name="adj2" fmla="val 9280578"/>
                  <a:gd name="adj3" fmla="val 9563"/>
                </a:avLst>
              </a:prstGeom>
              <a:solidFill>
                <a:srgbClr val="2C2C2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</p:grpSp>
        <p:sp>
          <p:nvSpPr>
            <p:cNvPr id="22" name="Graphic 69">
              <a:extLst>
                <a:ext uri="{FF2B5EF4-FFF2-40B4-BE49-F238E27FC236}">
                  <a16:creationId xmlns:a16="http://schemas.microsoft.com/office/drawing/2014/main" id="{ED8DE485-97A8-4C23-91D1-DFB02CF9CC1C}"/>
                </a:ext>
              </a:extLst>
            </p:cNvPr>
            <p:cNvSpPr/>
            <p:nvPr/>
          </p:nvSpPr>
          <p:spPr>
            <a:xfrm flipH="1">
              <a:off x="1674014" y="3603912"/>
              <a:ext cx="985833" cy="2774817"/>
            </a:xfrm>
            <a:custGeom>
              <a:avLst/>
              <a:gdLst>
                <a:gd name="connsiteX0" fmla="*/ 7144 w 361950"/>
                <a:gd name="connsiteY0" fmla="*/ 7144 h 1171575"/>
                <a:gd name="connsiteX1" fmla="*/ 29051 w 361950"/>
                <a:gd name="connsiteY1" fmla="*/ 51911 h 1171575"/>
                <a:gd name="connsiteX2" fmla="*/ 106204 w 361950"/>
                <a:gd name="connsiteY2" fmla="*/ 178594 h 1171575"/>
                <a:gd name="connsiteX3" fmla="*/ 108109 w 361950"/>
                <a:gd name="connsiteY3" fmla="*/ 229076 h 1171575"/>
                <a:gd name="connsiteX4" fmla="*/ 75724 w 361950"/>
                <a:gd name="connsiteY4" fmla="*/ 257651 h 1171575"/>
                <a:gd name="connsiteX5" fmla="*/ 60484 w 361950"/>
                <a:gd name="connsiteY5" fmla="*/ 404336 h 1171575"/>
                <a:gd name="connsiteX6" fmla="*/ 64294 w 361950"/>
                <a:gd name="connsiteY6" fmla="*/ 463391 h 1171575"/>
                <a:gd name="connsiteX7" fmla="*/ 76676 w 361950"/>
                <a:gd name="connsiteY7" fmla="*/ 611029 h 1171575"/>
                <a:gd name="connsiteX8" fmla="*/ 73819 w 361950"/>
                <a:gd name="connsiteY8" fmla="*/ 664369 h 1171575"/>
                <a:gd name="connsiteX9" fmla="*/ 72866 w 361950"/>
                <a:gd name="connsiteY9" fmla="*/ 813911 h 1171575"/>
                <a:gd name="connsiteX10" fmla="*/ 76676 w 361950"/>
                <a:gd name="connsiteY10" fmla="*/ 871061 h 1171575"/>
                <a:gd name="connsiteX11" fmla="*/ 69056 w 361950"/>
                <a:gd name="connsiteY11" fmla="*/ 1064419 h 1171575"/>
                <a:gd name="connsiteX12" fmla="*/ 118586 w 361950"/>
                <a:gd name="connsiteY12" fmla="*/ 1128236 h 1171575"/>
                <a:gd name="connsiteX13" fmla="*/ 174784 w 361950"/>
                <a:gd name="connsiteY13" fmla="*/ 1162526 h 1171575"/>
                <a:gd name="connsiteX14" fmla="*/ 195739 w 361950"/>
                <a:gd name="connsiteY14" fmla="*/ 1101566 h 1171575"/>
                <a:gd name="connsiteX15" fmla="*/ 206216 w 361950"/>
                <a:gd name="connsiteY15" fmla="*/ 159544 h 1171575"/>
                <a:gd name="connsiteX16" fmla="*/ 218599 w 361950"/>
                <a:gd name="connsiteY16" fmla="*/ 110014 h 1171575"/>
                <a:gd name="connsiteX17" fmla="*/ 233839 w 361950"/>
                <a:gd name="connsiteY17" fmla="*/ 160496 h 1171575"/>
                <a:gd name="connsiteX18" fmla="*/ 225266 w 361950"/>
                <a:gd name="connsiteY18" fmla="*/ 897731 h 1171575"/>
                <a:gd name="connsiteX19" fmla="*/ 225266 w 361950"/>
                <a:gd name="connsiteY19" fmla="*/ 1116806 h 1171575"/>
                <a:gd name="connsiteX20" fmla="*/ 245269 w 361950"/>
                <a:gd name="connsiteY20" fmla="*/ 1137761 h 1171575"/>
                <a:gd name="connsiteX21" fmla="*/ 311944 w 361950"/>
                <a:gd name="connsiteY21" fmla="*/ 1031081 h 1171575"/>
                <a:gd name="connsiteX22" fmla="*/ 319564 w 361950"/>
                <a:gd name="connsiteY22" fmla="*/ 98584 h 1171575"/>
                <a:gd name="connsiteX23" fmla="*/ 356711 w 361950"/>
                <a:gd name="connsiteY23" fmla="*/ 7144 h 1171575"/>
                <a:gd name="connsiteX24" fmla="*/ 7144 w 361950"/>
                <a:gd name="connsiteY24" fmla="*/ 7144 h 1171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61950" h="1171575">
                  <a:moveTo>
                    <a:pt x="7144" y="7144"/>
                  </a:moveTo>
                  <a:cubicBezTo>
                    <a:pt x="20479" y="19526"/>
                    <a:pt x="29051" y="36671"/>
                    <a:pt x="29051" y="51911"/>
                  </a:cubicBezTo>
                  <a:cubicBezTo>
                    <a:pt x="30004" y="114776"/>
                    <a:pt x="63341" y="147161"/>
                    <a:pt x="106204" y="178594"/>
                  </a:cubicBezTo>
                  <a:cubicBezTo>
                    <a:pt x="129064" y="194786"/>
                    <a:pt x="127159" y="211931"/>
                    <a:pt x="108109" y="229076"/>
                  </a:cubicBezTo>
                  <a:cubicBezTo>
                    <a:pt x="97631" y="238601"/>
                    <a:pt x="87154" y="248126"/>
                    <a:pt x="75724" y="257651"/>
                  </a:cubicBezTo>
                  <a:cubicBezTo>
                    <a:pt x="22384" y="301466"/>
                    <a:pt x="16669" y="350044"/>
                    <a:pt x="60484" y="404336"/>
                  </a:cubicBezTo>
                  <a:cubicBezTo>
                    <a:pt x="77629" y="425291"/>
                    <a:pt x="78581" y="440531"/>
                    <a:pt x="64294" y="463391"/>
                  </a:cubicBezTo>
                  <a:cubicBezTo>
                    <a:pt x="18574" y="531019"/>
                    <a:pt x="20479" y="551021"/>
                    <a:pt x="76676" y="611029"/>
                  </a:cubicBezTo>
                  <a:cubicBezTo>
                    <a:pt x="95726" y="631984"/>
                    <a:pt x="97631" y="645319"/>
                    <a:pt x="73819" y="664369"/>
                  </a:cubicBezTo>
                  <a:cubicBezTo>
                    <a:pt x="16669" y="711041"/>
                    <a:pt x="15716" y="765334"/>
                    <a:pt x="72866" y="813911"/>
                  </a:cubicBezTo>
                  <a:cubicBezTo>
                    <a:pt x="97631" y="834866"/>
                    <a:pt x="97631" y="848201"/>
                    <a:pt x="76676" y="871061"/>
                  </a:cubicBezTo>
                  <a:cubicBezTo>
                    <a:pt x="17621" y="932974"/>
                    <a:pt x="16669" y="995839"/>
                    <a:pt x="69056" y="1064419"/>
                  </a:cubicBezTo>
                  <a:cubicBezTo>
                    <a:pt x="85249" y="1085374"/>
                    <a:pt x="102394" y="1107281"/>
                    <a:pt x="118586" y="1128236"/>
                  </a:cubicBezTo>
                  <a:cubicBezTo>
                    <a:pt x="132874" y="1146334"/>
                    <a:pt x="146209" y="1172051"/>
                    <a:pt x="174784" y="1162526"/>
                  </a:cubicBezTo>
                  <a:cubicBezTo>
                    <a:pt x="206216" y="1153001"/>
                    <a:pt x="195739" y="1122521"/>
                    <a:pt x="195739" y="1101566"/>
                  </a:cubicBezTo>
                  <a:cubicBezTo>
                    <a:pt x="197644" y="787241"/>
                    <a:pt x="195739" y="472916"/>
                    <a:pt x="206216" y="159544"/>
                  </a:cubicBezTo>
                  <a:cubicBezTo>
                    <a:pt x="207169" y="141446"/>
                    <a:pt x="198596" y="110014"/>
                    <a:pt x="218599" y="110014"/>
                  </a:cubicBezTo>
                  <a:cubicBezTo>
                    <a:pt x="245269" y="110014"/>
                    <a:pt x="233839" y="142399"/>
                    <a:pt x="233839" y="160496"/>
                  </a:cubicBezTo>
                  <a:cubicBezTo>
                    <a:pt x="235744" y="406241"/>
                    <a:pt x="231934" y="651986"/>
                    <a:pt x="225266" y="897731"/>
                  </a:cubicBezTo>
                  <a:cubicBezTo>
                    <a:pt x="225266" y="971074"/>
                    <a:pt x="225266" y="1043464"/>
                    <a:pt x="225266" y="1116806"/>
                  </a:cubicBezTo>
                  <a:cubicBezTo>
                    <a:pt x="225266" y="1128236"/>
                    <a:pt x="222409" y="1154906"/>
                    <a:pt x="245269" y="1137761"/>
                  </a:cubicBezTo>
                  <a:cubicBezTo>
                    <a:pt x="279559" y="1112044"/>
                    <a:pt x="311944" y="1086326"/>
                    <a:pt x="311944" y="1031081"/>
                  </a:cubicBezTo>
                  <a:cubicBezTo>
                    <a:pt x="311944" y="720566"/>
                    <a:pt x="316706" y="409099"/>
                    <a:pt x="319564" y="98584"/>
                  </a:cubicBezTo>
                  <a:cubicBezTo>
                    <a:pt x="319564" y="57626"/>
                    <a:pt x="332899" y="26194"/>
                    <a:pt x="356711" y="7144"/>
                  </a:cubicBezTo>
                  <a:lnTo>
                    <a:pt x="7144" y="714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2800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29726CB-B60F-4846-8487-AD5156C11F45}"/>
              </a:ext>
            </a:extLst>
          </p:cNvPr>
          <p:cNvSpPr/>
          <p:nvPr userDrawn="1"/>
        </p:nvSpPr>
        <p:spPr>
          <a:xfrm flipH="1">
            <a:off x="11131496" y="3310415"/>
            <a:ext cx="982037" cy="3271130"/>
          </a:xfrm>
          <a:custGeom>
            <a:avLst/>
            <a:gdLst>
              <a:gd name="connsiteX0" fmla="*/ 419929 w 762000"/>
              <a:gd name="connsiteY0" fmla="*/ 691991 h 2505075"/>
              <a:gd name="connsiteX1" fmla="*/ 440884 w 762000"/>
              <a:gd name="connsiteY1" fmla="*/ 751999 h 2505075"/>
              <a:gd name="connsiteX2" fmla="*/ 444694 w 762000"/>
              <a:gd name="connsiteY2" fmla="*/ 706279 h 2505075"/>
              <a:gd name="connsiteX3" fmla="*/ 419929 w 762000"/>
              <a:gd name="connsiteY3" fmla="*/ 691991 h 2505075"/>
              <a:gd name="connsiteX4" fmla="*/ 419929 w 762000"/>
              <a:gd name="connsiteY4" fmla="*/ 691991 h 2505075"/>
              <a:gd name="connsiteX5" fmla="*/ 419929 w 762000"/>
              <a:gd name="connsiteY5" fmla="*/ 691991 h 2505075"/>
              <a:gd name="connsiteX6" fmla="*/ 446599 w 762000"/>
              <a:gd name="connsiteY6" fmla="*/ 2432209 h 2505075"/>
              <a:gd name="connsiteX7" fmla="*/ 442789 w 762000"/>
              <a:gd name="connsiteY7" fmla="*/ 2365534 h 2505075"/>
              <a:gd name="connsiteX8" fmla="*/ 436122 w 762000"/>
              <a:gd name="connsiteY8" fmla="*/ 2336006 h 2505075"/>
              <a:gd name="connsiteX9" fmla="*/ 447552 w 762000"/>
              <a:gd name="connsiteY9" fmla="*/ 2264569 h 2505075"/>
              <a:gd name="connsiteX10" fmla="*/ 428502 w 762000"/>
              <a:gd name="connsiteY10" fmla="*/ 2204561 h 2505075"/>
              <a:gd name="connsiteX11" fmla="*/ 428502 w 762000"/>
              <a:gd name="connsiteY11" fmla="*/ 1926431 h 2505075"/>
              <a:gd name="connsiteX12" fmla="*/ 459934 w 762000"/>
              <a:gd name="connsiteY12" fmla="*/ 1774031 h 2505075"/>
              <a:gd name="connsiteX13" fmla="*/ 445647 w 762000"/>
              <a:gd name="connsiteY13" fmla="*/ 1730216 h 2505075"/>
              <a:gd name="connsiteX14" fmla="*/ 455172 w 762000"/>
              <a:gd name="connsiteY14" fmla="*/ 1694021 h 2505075"/>
              <a:gd name="connsiteX15" fmla="*/ 453267 w 762000"/>
              <a:gd name="connsiteY15" fmla="*/ 1617821 h 2505075"/>
              <a:gd name="connsiteX16" fmla="*/ 405642 w 762000"/>
              <a:gd name="connsiteY16" fmla="*/ 1476851 h 2505075"/>
              <a:gd name="connsiteX17" fmla="*/ 327537 w 762000"/>
              <a:gd name="connsiteY17" fmla="*/ 1759744 h 2505075"/>
              <a:gd name="connsiteX18" fmla="*/ 326584 w 762000"/>
              <a:gd name="connsiteY18" fmla="*/ 1809274 h 2505075"/>
              <a:gd name="connsiteX19" fmla="*/ 301819 w 762000"/>
              <a:gd name="connsiteY19" fmla="*/ 1842611 h 2505075"/>
              <a:gd name="connsiteX20" fmla="*/ 304677 w 762000"/>
              <a:gd name="connsiteY20" fmla="*/ 1867376 h 2505075"/>
              <a:gd name="connsiteX21" fmla="*/ 287532 w 762000"/>
              <a:gd name="connsiteY21" fmla="*/ 1904524 h 2505075"/>
              <a:gd name="connsiteX22" fmla="*/ 246574 w 762000"/>
              <a:gd name="connsiteY22" fmla="*/ 2167414 h 2505075"/>
              <a:gd name="connsiteX23" fmla="*/ 251337 w 762000"/>
              <a:gd name="connsiteY23" fmla="*/ 2280761 h 2505075"/>
              <a:gd name="connsiteX24" fmla="*/ 236097 w 762000"/>
              <a:gd name="connsiteY24" fmla="*/ 2376011 h 2505075"/>
              <a:gd name="connsiteX25" fmla="*/ 325632 w 762000"/>
              <a:gd name="connsiteY25" fmla="*/ 2465546 h 2505075"/>
              <a:gd name="connsiteX26" fmla="*/ 748542 w 762000"/>
              <a:gd name="connsiteY26" fmla="*/ 2494121 h 2505075"/>
              <a:gd name="connsiteX27" fmla="*/ 600904 w 762000"/>
              <a:gd name="connsiteY27" fmla="*/ 2490311 h 2505075"/>
              <a:gd name="connsiteX28" fmla="*/ 446599 w 762000"/>
              <a:gd name="connsiteY28" fmla="*/ 2432209 h 2505075"/>
              <a:gd name="connsiteX29" fmla="*/ 116082 w 762000"/>
              <a:gd name="connsiteY29" fmla="*/ 2428399 h 2505075"/>
              <a:gd name="connsiteX30" fmla="*/ 137989 w 762000"/>
              <a:gd name="connsiteY30" fmla="*/ 2365534 h 2505075"/>
              <a:gd name="connsiteX31" fmla="*/ 113224 w 762000"/>
              <a:gd name="connsiteY31" fmla="*/ 2288381 h 2505075"/>
              <a:gd name="connsiteX32" fmla="*/ 125607 w 762000"/>
              <a:gd name="connsiteY32" fmla="*/ 2133124 h 2505075"/>
              <a:gd name="connsiteX33" fmla="*/ 152277 w 762000"/>
              <a:gd name="connsiteY33" fmla="*/ 1778794 h 2505075"/>
              <a:gd name="connsiteX34" fmla="*/ 163707 w 762000"/>
              <a:gd name="connsiteY34" fmla="*/ 1728311 h 2505075"/>
              <a:gd name="connsiteX35" fmla="*/ 168469 w 762000"/>
              <a:gd name="connsiteY35" fmla="*/ 1663541 h 2505075"/>
              <a:gd name="connsiteX36" fmla="*/ 165612 w 762000"/>
              <a:gd name="connsiteY36" fmla="*/ 1606391 h 2505075"/>
              <a:gd name="connsiteX37" fmla="*/ 144657 w 762000"/>
              <a:gd name="connsiteY37" fmla="*/ 1468279 h 2505075"/>
              <a:gd name="connsiteX38" fmla="*/ 124654 w 762000"/>
              <a:gd name="connsiteY38" fmla="*/ 1383506 h 2505075"/>
              <a:gd name="connsiteX39" fmla="*/ 77982 w 762000"/>
              <a:gd name="connsiteY39" fmla="*/ 1324451 h 2505075"/>
              <a:gd name="connsiteX40" fmla="*/ 115129 w 762000"/>
              <a:gd name="connsiteY40" fmla="*/ 994886 h 2505075"/>
              <a:gd name="connsiteX41" fmla="*/ 119892 w 762000"/>
              <a:gd name="connsiteY41" fmla="*/ 964406 h 2505075"/>
              <a:gd name="connsiteX42" fmla="*/ 119892 w 762000"/>
              <a:gd name="connsiteY42" fmla="*/ 959644 h 2505075"/>
              <a:gd name="connsiteX43" fmla="*/ 108462 w 762000"/>
              <a:gd name="connsiteY43" fmla="*/ 942499 h 2505075"/>
              <a:gd name="connsiteX44" fmla="*/ 119892 w 762000"/>
              <a:gd name="connsiteY44" fmla="*/ 887254 h 2505075"/>
              <a:gd name="connsiteX45" fmla="*/ 91317 w 762000"/>
              <a:gd name="connsiteY45" fmla="*/ 830104 h 2505075"/>
              <a:gd name="connsiteX46" fmla="*/ 77029 w 762000"/>
              <a:gd name="connsiteY46" fmla="*/ 792956 h 2505075"/>
              <a:gd name="connsiteX47" fmla="*/ 80839 w 762000"/>
              <a:gd name="connsiteY47" fmla="*/ 754856 h 2505075"/>
              <a:gd name="connsiteX48" fmla="*/ 68457 w 762000"/>
              <a:gd name="connsiteY48" fmla="*/ 746284 h 2505075"/>
              <a:gd name="connsiteX49" fmla="*/ 56074 w 762000"/>
              <a:gd name="connsiteY49" fmla="*/ 690086 h 2505075"/>
              <a:gd name="connsiteX50" fmla="*/ 19879 w 762000"/>
              <a:gd name="connsiteY50" fmla="*/ 605314 h 2505075"/>
              <a:gd name="connsiteX51" fmla="*/ 9402 w 762000"/>
              <a:gd name="connsiteY51" fmla="*/ 522446 h 2505075"/>
              <a:gd name="connsiteX52" fmla="*/ 26547 w 762000"/>
              <a:gd name="connsiteY52" fmla="*/ 418624 h 2505075"/>
              <a:gd name="connsiteX53" fmla="*/ 159897 w 762000"/>
              <a:gd name="connsiteY53" fmla="*/ 360521 h 2505075"/>
              <a:gd name="connsiteX54" fmla="*/ 229429 w 762000"/>
              <a:gd name="connsiteY54" fmla="*/ 298609 h 2505075"/>
              <a:gd name="connsiteX55" fmla="*/ 231334 w 762000"/>
              <a:gd name="connsiteY55" fmla="*/ 299561 h 2505075"/>
              <a:gd name="connsiteX56" fmla="*/ 349444 w 762000"/>
              <a:gd name="connsiteY56" fmla="*/ 451961 h 2505075"/>
              <a:gd name="connsiteX57" fmla="*/ 314202 w 762000"/>
              <a:gd name="connsiteY57" fmla="*/ 411004 h 2505075"/>
              <a:gd name="connsiteX58" fmla="*/ 361827 w 762000"/>
              <a:gd name="connsiteY58" fmla="*/ 368141 h 2505075"/>
              <a:gd name="connsiteX59" fmla="*/ 364684 w 762000"/>
              <a:gd name="connsiteY59" fmla="*/ 368141 h 2505075"/>
              <a:gd name="connsiteX60" fmla="*/ 339919 w 762000"/>
              <a:gd name="connsiteY60" fmla="*/ 355759 h 2505075"/>
              <a:gd name="connsiteX61" fmla="*/ 274197 w 762000"/>
              <a:gd name="connsiteY61" fmla="*/ 327184 h 2505075"/>
              <a:gd name="connsiteX62" fmla="*/ 239907 w 762000"/>
              <a:gd name="connsiteY62" fmla="*/ 289084 h 2505075"/>
              <a:gd name="connsiteX63" fmla="*/ 217047 w 762000"/>
              <a:gd name="connsiteY63" fmla="*/ 226219 h 2505075"/>
              <a:gd name="connsiteX64" fmla="*/ 202759 w 762000"/>
              <a:gd name="connsiteY64" fmla="*/ 235744 h 2505075"/>
              <a:gd name="connsiteX65" fmla="*/ 176089 w 762000"/>
              <a:gd name="connsiteY65" fmla="*/ 170974 h 2505075"/>
              <a:gd name="connsiteX66" fmla="*/ 192282 w 762000"/>
              <a:gd name="connsiteY66" fmla="*/ 155734 h 2505075"/>
              <a:gd name="connsiteX67" fmla="*/ 311344 w 762000"/>
              <a:gd name="connsiteY67" fmla="*/ 7144 h 2505075"/>
              <a:gd name="connsiteX68" fmla="*/ 311344 w 762000"/>
              <a:gd name="connsiteY68" fmla="*/ 7144 h 2505075"/>
              <a:gd name="connsiteX69" fmla="*/ 443742 w 762000"/>
              <a:gd name="connsiteY69" fmla="*/ 137636 h 2505075"/>
              <a:gd name="connsiteX70" fmla="*/ 450409 w 762000"/>
              <a:gd name="connsiteY70" fmla="*/ 201454 h 2505075"/>
              <a:gd name="connsiteX71" fmla="*/ 431359 w 762000"/>
              <a:gd name="connsiteY71" fmla="*/ 216694 h 2505075"/>
              <a:gd name="connsiteX72" fmla="*/ 398974 w 762000"/>
              <a:gd name="connsiteY72" fmla="*/ 297656 h 2505075"/>
              <a:gd name="connsiteX73" fmla="*/ 395164 w 762000"/>
              <a:gd name="connsiteY73" fmla="*/ 322421 h 2505075"/>
              <a:gd name="connsiteX74" fmla="*/ 368494 w 762000"/>
              <a:gd name="connsiteY74" fmla="*/ 367189 h 2505075"/>
              <a:gd name="connsiteX75" fmla="*/ 412309 w 762000"/>
              <a:gd name="connsiteY75" fmla="*/ 416719 h 2505075"/>
              <a:gd name="connsiteX76" fmla="*/ 413262 w 762000"/>
              <a:gd name="connsiteY76" fmla="*/ 420529 h 2505075"/>
              <a:gd name="connsiteX77" fmla="*/ 396117 w 762000"/>
              <a:gd name="connsiteY77" fmla="*/ 419576 h 2505075"/>
              <a:gd name="connsiteX78" fmla="*/ 418977 w 762000"/>
              <a:gd name="connsiteY78" fmla="*/ 461486 h 2505075"/>
              <a:gd name="connsiteX79" fmla="*/ 412309 w 762000"/>
              <a:gd name="connsiteY79" fmla="*/ 420529 h 2505075"/>
              <a:gd name="connsiteX80" fmla="*/ 415167 w 762000"/>
              <a:gd name="connsiteY80" fmla="*/ 420529 h 2505075"/>
              <a:gd name="connsiteX81" fmla="*/ 411357 w 762000"/>
              <a:gd name="connsiteY81" fmla="*/ 416719 h 2505075"/>
              <a:gd name="connsiteX82" fmla="*/ 398974 w 762000"/>
              <a:gd name="connsiteY82" fmla="*/ 386239 h 2505075"/>
              <a:gd name="connsiteX83" fmla="*/ 397069 w 762000"/>
              <a:gd name="connsiteY83" fmla="*/ 330041 h 2505075"/>
              <a:gd name="connsiteX84" fmla="*/ 415167 w 762000"/>
              <a:gd name="connsiteY84" fmla="*/ 370046 h 2505075"/>
              <a:gd name="connsiteX85" fmla="*/ 554232 w 762000"/>
              <a:gd name="connsiteY85" fmla="*/ 411004 h 2505075"/>
              <a:gd name="connsiteX86" fmla="*/ 597094 w 762000"/>
              <a:gd name="connsiteY86" fmla="*/ 430054 h 2505075"/>
              <a:gd name="connsiteX87" fmla="*/ 619954 w 762000"/>
              <a:gd name="connsiteY87" fmla="*/ 500539 h 2505075"/>
              <a:gd name="connsiteX88" fmla="*/ 635194 w 762000"/>
              <a:gd name="connsiteY88" fmla="*/ 519589 h 2505075"/>
              <a:gd name="connsiteX89" fmla="*/ 634242 w 762000"/>
              <a:gd name="connsiteY89" fmla="*/ 549116 h 2505075"/>
              <a:gd name="connsiteX90" fmla="*/ 643767 w 762000"/>
              <a:gd name="connsiteY90" fmla="*/ 560546 h 2505075"/>
              <a:gd name="connsiteX91" fmla="*/ 640909 w 762000"/>
              <a:gd name="connsiteY91" fmla="*/ 572929 h 2505075"/>
              <a:gd name="connsiteX92" fmla="*/ 655197 w 762000"/>
              <a:gd name="connsiteY92" fmla="*/ 580549 h 2505075"/>
              <a:gd name="connsiteX93" fmla="*/ 654244 w 762000"/>
              <a:gd name="connsiteY93" fmla="*/ 604361 h 2505075"/>
              <a:gd name="connsiteX94" fmla="*/ 717109 w 762000"/>
              <a:gd name="connsiteY94" fmla="*/ 698659 h 2505075"/>
              <a:gd name="connsiteX95" fmla="*/ 743779 w 762000"/>
              <a:gd name="connsiteY95" fmla="*/ 713899 h 2505075"/>
              <a:gd name="connsiteX96" fmla="*/ 757114 w 762000"/>
              <a:gd name="connsiteY96" fmla="*/ 791051 h 2505075"/>
              <a:gd name="connsiteX97" fmla="*/ 678057 w 762000"/>
              <a:gd name="connsiteY97" fmla="*/ 867251 h 2505075"/>
              <a:gd name="connsiteX98" fmla="*/ 603762 w 762000"/>
              <a:gd name="connsiteY98" fmla="*/ 868204 h 2505075"/>
              <a:gd name="connsiteX99" fmla="*/ 584712 w 762000"/>
              <a:gd name="connsiteY99" fmla="*/ 856774 h 2505075"/>
              <a:gd name="connsiteX100" fmla="*/ 580902 w 762000"/>
              <a:gd name="connsiteY100" fmla="*/ 885349 h 2505075"/>
              <a:gd name="connsiteX101" fmla="*/ 586617 w 762000"/>
              <a:gd name="connsiteY101" fmla="*/ 952024 h 2505075"/>
              <a:gd name="connsiteX102" fmla="*/ 705679 w 762000"/>
              <a:gd name="connsiteY102" fmla="*/ 1323499 h 2505075"/>
              <a:gd name="connsiteX103" fmla="*/ 642814 w 762000"/>
              <a:gd name="connsiteY103" fmla="*/ 1355884 h 2505075"/>
              <a:gd name="connsiteX104" fmla="*/ 649482 w 762000"/>
              <a:gd name="connsiteY104" fmla="*/ 1510189 h 2505075"/>
              <a:gd name="connsiteX105" fmla="*/ 644719 w 762000"/>
              <a:gd name="connsiteY105" fmla="*/ 1656874 h 2505075"/>
              <a:gd name="connsiteX106" fmla="*/ 638052 w 762000"/>
              <a:gd name="connsiteY106" fmla="*/ 1755934 h 2505075"/>
              <a:gd name="connsiteX107" fmla="*/ 615192 w 762000"/>
              <a:gd name="connsiteY107" fmla="*/ 1834039 h 2505075"/>
              <a:gd name="connsiteX108" fmla="*/ 593284 w 762000"/>
              <a:gd name="connsiteY108" fmla="*/ 1860709 h 2505075"/>
              <a:gd name="connsiteX109" fmla="*/ 589474 w 762000"/>
              <a:gd name="connsiteY109" fmla="*/ 1916906 h 2505075"/>
              <a:gd name="connsiteX110" fmla="*/ 572329 w 762000"/>
              <a:gd name="connsiteY110" fmla="*/ 2073116 h 2505075"/>
              <a:gd name="connsiteX111" fmla="*/ 564709 w 762000"/>
              <a:gd name="connsiteY111" fmla="*/ 2166461 h 2505075"/>
              <a:gd name="connsiteX112" fmla="*/ 568519 w 762000"/>
              <a:gd name="connsiteY112" fmla="*/ 2235994 h 2505075"/>
              <a:gd name="connsiteX113" fmla="*/ 581854 w 762000"/>
              <a:gd name="connsiteY113" fmla="*/ 2270284 h 2505075"/>
              <a:gd name="connsiteX114" fmla="*/ 574234 w 762000"/>
              <a:gd name="connsiteY114" fmla="*/ 2315051 h 2505075"/>
              <a:gd name="connsiteX115" fmla="*/ 741874 w 762000"/>
              <a:gd name="connsiteY115" fmla="*/ 2441734 h 2505075"/>
              <a:gd name="connsiteX116" fmla="*/ 747589 w 762000"/>
              <a:gd name="connsiteY116" fmla="*/ 2494121 h 2505075"/>
              <a:gd name="connsiteX117" fmla="*/ 326584 w 762000"/>
              <a:gd name="connsiteY117" fmla="*/ 2465546 h 2505075"/>
              <a:gd name="connsiteX118" fmla="*/ 220857 w 762000"/>
              <a:gd name="connsiteY118" fmla="*/ 2502694 h 2505075"/>
              <a:gd name="connsiteX119" fmla="*/ 116082 w 762000"/>
              <a:gd name="connsiteY119" fmla="*/ 2429351 h 2505075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391830 w 750073"/>
              <a:gd name="connsiteY72" fmla="*/ 290512 h 2498461"/>
              <a:gd name="connsiteX73" fmla="*/ 388020 w 750073"/>
              <a:gd name="connsiteY73" fmla="*/ 315277 h 2498461"/>
              <a:gd name="connsiteX74" fmla="*/ 361350 w 750073"/>
              <a:gd name="connsiteY74" fmla="*/ 360045 h 2498461"/>
              <a:gd name="connsiteX75" fmla="*/ 405165 w 750073"/>
              <a:gd name="connsiteY75" fmla="*/ 409575 h 2498461"/>
              <a:gd name="connsiteX76" fmla="*/ 406118 w 750073"/>
              <a:gd name="connsiteY76" fmla="*/ 413385 h 2498461"/>
              <a:gd name="connsiteX77" fmla="*/ 388973 w 750073"/>
              <a:gd name="connsiteY77" fmla="*/ 412432 h 2498461"/>
              <a:gd name="connsiteX78" fmla="*/ 411833 w 750073"/>
              <a:gd name="connsiteY78" fmla="*/ 454342 h 2498461"/>
              <a:gd name="connsiteX79" fmla="*/ 405165 w 750073"/>
              <a:gd name="connsiteY79" fmla="*/ 413385 h 2498461"/>
              <a:gd name="connsiteX80" fmla="*/ 408023 w 750073"/>
              <a:gd name="connsiteY80" fmla="*/ 413385 h 2498461"/>
              <a:gd name="connsiteX81" fmla="*/ 404213 w 750073"/>
              <a:gd name="connsiteY81" fmla="*/ 409575 h 2498461"/>
              <a:gd name="connsiteX82" fmla="*/ 391830 w 750073"/>
              <a:gd name="connsiteY82" fmla="*/ 379095 h 2498461"/>
              <a:gd name="connsiteX83" fmla="*/ 408023 w 750073"/>
              <a:gd name="connsiteY83" fmla="*/ 362902 h 2498461"/>
              <a:gd name="connsiteX84" fmla="*/ 547088 w 750073"/>
              <a:gd name="connsiteY84" fmla="*/ 403860 h 2498461"/>
              <a:gd name="connsiteX85" fmla="*/ 589950 w 750073"/>
              <a:gd name="connsiteY85" fmla="*/ 422910 h 2498461"/>
              <a:gd name="connsiteX86" fmla="*/ 612810 w 750073"/>
              <a:gd name="connsiteY86" fmla="*/ 493395 h 2498461"/>
              <a:gd name="connsiteX87" fmla="*/ 628050 w 750073"/>
              <a:gd name="connsiteY87" fmla="*/ 512445 h 2498461"/>
              <a:gd name="connsiteX88" fmla="*/ 627098 w 750073"/>
              <a:gd name="connsiteY88" fmla="*/ 541972 h 2498461"/>
              <a:gd name="connsiteX89" fmla="*/ 636623 w 750073"/>
              <a:gd name="connsiteY89" fmla="*/ 553402 h 2498461"/>
              <a:gd name="connsiteX90" fmla="*/ 633765 w 750073"/>
              <a:gd name="connsiteY90" fmla="*/ 565785 h 2498461"/>
              <a:gd name="connsiteX91" fmla="*/ 648053 w 750073"/>
              <a:gd name="connsiteY91" fmla="*/ 573405 h 2498461"/>
              <a:gd name="connsiteX92" fmla="*/ 647100 w 750073"/>
              <a:gd name="connsiteY92" fmla="*/ 597217 h 2498461"/>
              <a:gd name="connsiteX93" fmla="*/ 709965 w 750073"/>
              <a:gd name="connsiteY93" fmla="*/ 691515 h 2498461"/>
              <a:gd name="connsiteX94" fmla="*/ 736635 w 750073"/>
              <a:gd name="connsiteY94" fmla="*/ 706755 h 2498461"/>
              <a:gd name="connsiteX95" fmla="*/ 749970 w 750073"/>
              <a:gd name="connsiteY95" fmla="*/ 783907 h 2498461"/>
              <a:gd name="connsiteX96" fmla="*/ 670913 w 750073"/>
              <a:gd name="connsiteY96" fmla="*/ 860107 h 2498461"/>
              <a:gd name="connsiteX97" fmla="*/ 596618 w 750073"/>
              <a:gd name="connsiteY97" fmla="*/ 861060 h 2498461"/>
              <a:gd name="connsiteX98" fmla="*/ 577568 w 750073"/>
              <a:gd name="connsiteY98" fmla="*/ 849630 h 2498461"/>
              <a:gd name="connsiteX99" fmla="*/ 573758 w 750073"/>
              <a:gd name="connsiteY99" fmla="*/ 878205 h 2498461"/>
              <a:gd name="connsiteX100" fmla="*/ 579473 w 750073"/>
              <a:gd name="connsiteY100" fmla="*/ 944880 h 2498461"/>
              <a:gd name="connsiteX101" fmla="*/ 698535 w 750073"/>
              <a:gd name="connsiteY101" fmla="*/ 1316355 h 2498461"/>
              <a:gd name="connsiteX102" fmla="*/ 635670 w 750073"/>
              <a:gd name="connsiteY102" fmla="*/ 1348740 h 2498461"/>
              <a:gd name="connsiteX103" fmla="*/ 642338 w 750073"/>
              <a:gd name="connsiteY103" fmla="*/ 1503045 h 2498461"/>
              <a:gd name="connsiteX104" fmla="*/ 637575 w 750073"/>
              <a:gd name="connsiteY104" fmla="*/ 1649730 h 2498461"/>
              <a:gd name="connsiteX105" fmla="*/ 630908 w 750073"/>
              <a:gd name="connsiteY105" fmla="*/ 1748790 h 2498461"/>
              <a:gd name="connsiteX106" fmla="*/ 608048 w 750073"/>
              <a:gd name="connsiteY106" fmla="*/ 1826895 h 2498461"/>
              <a:gd name="connsiteX107" fmla="*/ 586140 w 750073"/>
              <a:gd name="connsiteY107" fmla="*/ 1853565 h 2498461"/>
              <a:gd name="connsiteX108" fmla="*/ 582330 w 750073"/>
              <a:gd name="connsiteY108" fmla="*/ 1909762 h 2498461"/>
              <a:gd name="connsiteX109" fmla="*/ 565185 w 750073"/>
              <a:gd name="connsiteY109" fmla="*/ 2065972 h 2498461"/>
              <a:gd name="connsiteX110" fmla="*/ 557565 w 750073"/>
              <a:gd name="connsiteY110" fmla="*/ 2159317 h 2498461"/>
              <a:gd name="connsiteX111" fmla="*/ 561375 w 750073"/>
              <a:gd name="connsiteY111" fmla="*/ 2228850 h 2498461"/>
              <a:gd name="connsiteX112" fmla="*/ 574710 w 750073"/>
              <a:gd name="connsiteY112" fmla="*/ 2263140 h 2498461"/>
              <a:gd name="connsiteX113" fmla="*/ 567090 w 750073"/>
              <a:gd name="connsiteY113" fmla="*/ 2307907 h 2498461"/>
              <a:gd name="connsiteX114" fmla="*/ 734730 w 750073"/>
              <a:gd name="connsiteY114" fmla="*/ 2434590 h 2498461"/>
              <a:gd name="connsiteX115" fmla="*/ 740445 w 750073"/>
              <a:gd name="connsiteY115" fmla="*/ 2486977 h 2498461"/>
              <a:gd name="connsiteX116" fmla="*/ 319440 w 750073"/>
              <a:gd name="connsiteY116" fmla="*/ 2458402 h 2498461"/>
              <a:gd name="connsiteX117" fmla="*/ 213713 w 750073"/>
              <a:gd name="connsiteY117" fmla="*/ 2495550 h 2498461"/>
              <a:gd name="connsiteX118" fmla="*/ 108938 w 750073"/>
              <a:gd name="connsiteY118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391830 w 750073"/>
              <a:gd name="connsiteY72" fmla="*/ 2905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408023 w 750073"/>
              <a:gd name="connsiteY79" fmla="*/ 413385 h 2498461"/>
              <a:gd name="connsiteX80" fmla="*/ 404213 w 750073"/>
              <a:gd name="connsiteY80" fmla="*/ 409575 h 2498461"/>
              <a:gd name="connsiteX81" fmla="*/ 391830 w 750073"/>
              <a:gd name="connsiteY81" fmla="*/ 379095 h 2498461"/>
              <a:gd name="connsiteX82" fmla="*/ 408023 w 750073"/>
              <a:gd name="connsiteY82" fmla="*/ 362902 h 2498461"/>
              <a:gd name="connsiteX83" fmla="*/ 547088 w 750073"/>
              <a:gd name="connsiteY83" fmla="*/ 403860 h 2498461"/>
              <a:gd name="connsiteX84" fmla="*/ 589950 w 750073"/>
              <a:gd name="connsiteY84" fmla="*/ 422910 h 2498461"/>
              <a:gd name="connsiteX85" fmla="*/ 612810 w 750073"/>
              <a:gd name="connsiteY85" fmla="*/ 493395 h 2498461"/>
              <a:gd name="connsiteX86" fmla="*/ 628050 w 750073"/>
              <a:gd name="connsiteY86" fmla="*/ 512445 h 2498461"/>
              <a:gd name="connsiteX87" fmla="*/ 627098 w 750073"/>
              <a:gd name="connsiteY87" fmla="*/ 541972 h 2498461"/>
              <a:gd name="connsiteX88" fmla="*/ 636623 w 750073"/>
              <a:gd name="connsiteY88" fmla="*/ 553402 h 2498461"/>
              <a:gd name="connsiteX89" fmla="*/ 633765 w 750073"/>
              <a:gd name="connsiteY89" fmla="*/ 565785 h 2498461"/>
              <a:gd name="connsiteX90" fmla="*/ 648053 w 750073"/>
              <a:gd name="connsiteY90" fmla="*/ 573405 h 2498461"/>
              <a:gd name="connsiteX91" fmla="*/ 647100 w 750073"/>
              <a:gd name="connsiteY91" fmla="*/ 597217 h 2498461"/>
              <a:gd name="connsiteX92" fmla="*/ 709965 w 750073"/>
              <a:gd name="connsiteY92" fmla="*/ 691515 h 2498461"/>
              <a:gd name="connsiteX93" fmla="*/ 736635 w 750073"/>
              <a:gd name="connsiteY93" fmla="*/ 706755 h 2498461"/>
              <a:gd name="connsiteX94" fmla="*/ 749970 w 750073"/>
              <a:gd name="connsiteY94" fmla="*/ 783907 h 2498461"/>
              <a:gd name="connsiteX95" fmla="*/ 670913 w 750073"/>
              <a:gd name="connsiteY95" fmla="*/ 860107 h 2498461"/>
              <a:gd name="connsiteX96" fmla="*/ 596618 w 750073"/>
              <a:gd name="connsiteY96" fmla="*/ 861060 h 2498461"/>
              <a:gd name="connsiteX97" fmla="*/ 577568 w 750073"/>
              <a:gd name="connsiteY97" fmla="*/ 849630 h 2498461"/>
              <a:gd name="connsiteX98" fmla="*/ 573758 w 750073"/>
              <a:gd name="connsiteY98" fmla="*/ 878205 h 2498461"/>
              <a:gd name="connsiteX99" fmla="*/ 579473 w 750073"/>
              <a:gd name="connsiteY99" fmla="*/ 944880 h 2498461"/>
              <a:gd name="connsiteX100" fmla="*/ 698535 w 750073"/>
              <a:gd name="connsiteY100" fmla="*/ 1316355 h 2498461"/>
              <a:gd name="connsiteX101" fmla="*/ 635670 w 750073"/>
              <a:gd name="connsiteY101" fmla="*/ 1348740 h 2498461"/>
              <a:gd name="connsiteX102" fmla="*/ 642338 w 750073"/>
              <a:gd name="connsiteY102" fmla="*/ 1503045 h 2498461"/>
              <a:gd name="connsiteX103" fmla="*/ 637575 w 750073"/>
              <a:gd name="connsiteY103" fmla="*/ 1649730 h 2498461"/>
              <a:gd name="connsiteX104" fmla="*/ 630908 w 750073"/>
              <a:gd name="connsiteY104" fmla="*/ 1748790 h 2498461"/>
              <a:gd name="connsiteX105" fmla="*/ 608048 w 750073"/>
              <a:gd name="connsiteY105" fmla="*/ 1826895 h 2498461"/>
              <a:gd name="connsiteX106" fmla="*/ 586140 w 750073"/>
              <a:gd name="connsiteY106" fmla="*/ 1853565 h 2498461"/>
              <a:gd name="connsiteX107" fmla="*/ 582330 w 750073"/>
              <a:gd name="connsiteY107" fmla="*/ 1909762 h 2498461"/>
              <a:gd name="connsiteX108" fmla="*/ 565185 w 750073"/>
              <a:gd name="connsiteY108" fmla="*/ 2065972 h 2498461"/>
              <a:gd name="connsiteX109" fmla="*/ 557565 w 750073"/>
              <a:gd name="connsiteY109" fmla="*/ 2159317 h 2498461"/>
              <a:gd name="connsiteX110" fmla="*/ 561375 w 750073"/>
              <a:gd name="connsiteY110" fmla="*/ 2228850 h 2498461"/>
              <a:gd name="connsiteX111" fmla="*/ 574710 w 750073"/>
              <a:gd name="connsiteY111" fmla="*/ 2263140 h 2498461"/>
              <a:gd name="connsiteX112" fmla="*/ 567090 w 750073"/>
              <a:gd name="connsiteY112" fmla="*/ 2307907 h 2498461"/>
              <a:gd name="connsiteX113" fmla="*/ 734730 w 750073"/>
              <a:gd name="connsiteY113" fmla="*/ 2434590 h 2498461"/>
              <a:gd name="connsiteX114" fmla="*/ 740445 w 750073"/>
              <a:gd name="connsiteY114" fmla="*/ 2486977 h 2498461"/>
              <a:gd name="connsiteX115" fmla="*/ 319440 w 750073"/>
              <a:gd name="connsiteY115" fmla="*/ 2458402 h 2498461"/>
              <a:gd name="connsiteX116" fmla="*/ 213713 w 750073"/>
              <a:gd name="connsiteY116" fmla="*/ 2495550 h 2498461"/>
              <a:gd name="connsiteX117" fmla="*/ 108938 w 750073"/>
              <a:gd name="connsiteY117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408023 w 750073"/>
              <a:gd name="connsiteY79" fmla="*/ 413385 h 2498461"/>
              <a:gd name="connsiteX80" fmla="*/ 404213 w 750073"/>
              <a:gd name="connsiteY80" fmla="*/ 409575 h 2498461"/>
              <a:gd name="connsiteX81" fmla="*/ 391830 w 750073"/>
              <a:gd name="connsiteY81" fmla="*/ 379095 h 2498461"/>
              <a:gd name="connsiteX82" fmla="*/ 408023 w 750073"/>
              <a:gd name="connsiteY82" fmla="*/ 362902 h 2498461"/>
              <a:gd name="connsiteX83" fmla="*/ 547088 w 750073"/>
              <a:gd name="connsiteY83" fmla="*/ 403860 h 2498461"/>
              <a:gd name="connsiteX84" fmla="*/ 589950 w 750073"/>
              <a:gd name="connsiteY84" fmla="*/ 422910 h 2498461"/>
              <a:gd name="connsiteX85" fmla="*/ 612810 w 750073"/>
              <a:gd name="connsiteY85" fmla="*/ 493395 h 2498461"/>
              <a:gd name="connsiteX86" fmla="*/ 628050 w 750073"/>
              <a:gd name="connsiteY86" fmla="*/ 512445 h 2498461"/>
              <a:gd name="connsiteX87" fmla="*/ 627098 w 750073"/>
              <a:gd name="connsiteY87" fmla="*/ 541972 h 2498461"/>
              <a:gd name="connsiteX88" fmla="*/ 636623 w 750073"/>
              <a:gd name="connsiteY88" fmla="*/ 553402 h 2498461"/>
              <a:gd name="connsiteX89" fmla="*/ 633765 w 750073"/>
              <a:gd name="connsiteY89" fmla="*/ 565785 h 2498461"/>
              <a:gd name="connsiteX90" fmla="*/ 648053 w 750073"/>
              <a:gd name="connsiteY90" fmla="*/ 573405 h 2498461"/>
              <a:gd name="connsiteX91" fmla="*/ 647100 w 750073"/>
              <a:gd name="connsiteY91" fmla="*/ 597217 h 2498461"/>
              <a:gd name="connsiteX92" fmla="*/ 709965 w 750073"/>
              <a:gd name="connsiteY92" fmla="*/ 691515 h 2498461"/>
              <a:gd name="connsiteX93" fmla="*/ 736635 w 750073"/>
              <a:gd name="connsiteY93" fmla="*/ 706755 h 2498461"/>
              <a:gd name="connsiteX94" fmla="*/ 749970 w 750073"/>
              <a:gd name="connsiteY94" fmla="*/ 783907 h 2498461"/>
              <a:gd name="connsiteX95" fmla="*/ 670913 w 750073"/>
              <a:gd name="connsiteY95" fmla="*/ 860107 h 2498461"/>
              <a:gd name="connsiteX96" fmla="*/ 596618 w 750073"/>
              <a:gd name="connsiteY96" fmla="*/ 861060 h 2498461"/>
              <a:gd name="connsiteX97" fmla="*/ 577568 w 750073"/>
              <a:gd name="connsiteY97" fmla="*/ 849630 h 2498461"/>
              <a:gd name="connsiteX98" fmla="*/ 573758 w 750073"/>
              <a:gd name="connsiteY98" fmla="*/ 878205 h 2498461"/>
              <a:gd name="connsiteX99" fmla="*/ 579473 w 750073"/>
              <a:gd name="connsiteY99" fmla="*/ 944880 h 2498461"/>
              <a:gd name="connsiteX100" fmla="*/ 698535 w 750073"/>
              <a:gd name="connsiteY100" fmla="*/ 1316355 h 2498461"/>
              <a:gd name="connsiteX101" fmla="*/ 635670 w 750073"/>
              <a:gd name="connsiteY101" fmla="*/ 1348740 h 2498461"/>
              <a:gd name="connsiteX102" fmla="*/ 642338 w 750073"/>
              <a:gd name="connsiteY102" fmla="*/ 1503045 h 2498461"/>
              <a:gd name="connsiteX103" fmla="*/ 637575 w 750073"/>
              <a:gd name="connsiteY103" fmla="*/ 1649730 h 2498461"/>
              <a:gd name="connsiteX104" fmla="*/ 630908 w 750073"/>
              <a:gd name="connsiteY104" fmla="*/ 1748790 h 2498461"/>
              <a:gd name="connsiteX105" fmla="*/ 608048 w 750073"/>
              <a:gd name="connsiteY105" fmla="*/ 1826895 h 2498461"/>
              <a:gd name="connsiteX106" fmla="*/ 586140 w 750073"/>
              <a:gd name="connsiteY106" fmla="*/ 1853565 h 2498461"/>
              <a:gd name="connsiteX107" fmla="*/ 582330 w 750073"/>
              <a:gd name="connsiteY107" fmla="*/ 1909762 h 2498461"/>
              <a:gd name="connsiteX108" fmla="*/ 565185 w 750073"/>
              <a:gd name="connsiteY108" fmla="*/ 2065972 h 2498461"/>
              <a:gd name="connsiteX109" fmla="*/ 557565 w 750073"/>
              <a:gd name="connsiteY109" fmla="*/ 2159317 h 2498461"/>
              <a:gd name="connsiteX110" fmla="*/ 561375 w 750073"/>
              <a:gd name="connsiteY110" fmla="*/ 2228850 h 2498461"/>
              <a:gd name="connsiteX111" fmla="*/ 574710 w 750073"/>
              <a:gd name="connsiteY111" fmla="*/ 2263140 h 2498461"/>
              <a:gd name="connsiteX112" fmla="*/ 567090 w 750073"/>
              <a:gd name="connsiteY112" fmla="*/ 2307907 h 2498461"/>
              <a:gd name="connsiteX113" fmla="*/ 734730 w 750073"/>
              <a:gd name="connsiteY113" fmla="*/ 2434590 h 2498461"/>
              <a:gd name="connsiteX114" fmla="*/ 740445 w 750073"/>
              <a:gd name="connsiteY114" fmla="*/ 2486977 h 2498461"/>
              <a:gd name="connsiteX115" fmla="*/ 319440 w 750073"/>
              <a:gd name="connsiteY115" fmla="*/ 2458402 h 2498461"/>
              <a:gd name="connsiteX116" fmla="*/ 213713 w 750073"/>
              <a:gd name="connsiteY116" fmla="*/ 2495550 h 2498461"/>
              <a:gd name="connsiteX117" fmla="*/ 108938 w 750073"/>
              <a:gd name="connsiteY117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408023 w 750073"/>
              <a:gd name="connsiteY79" fmla="*/ 413385 h 2498461"/>
              <a:gd name="connsiteX80" fmla="*/ 404213 w 750073"/>
              <a:gd name="connsiteY80" fmla="*/ 409575 h 2498461"/>
              <a:gd name="connsiteX81" fmla="*/ 391830 w 750073"/>
              <a:gd name="connsiteY81" fmla="*/ 379095 h 2498461"/>
              <a:gd name="connsiteX82" fmla="*/ 375198 w 750073"/>
              <a:gd name="connsiteY82" fmla="*/ 347752 h 2498461"/>
              <a:gd name="connsiteX83" fmla="*/ 547088 w 750073"/>
              <a:gd name="connsiteY83" fmla="*/ 403860 h 2498461"/>
              <a:gd name="connsiteX84" fmla="*/ 589950 w 750073"/>
              <a:gd name="connsiteY84" fmla="*/ 422910 h 2498461"/>
              <a:gd name="connsiteX85" fmla="*/ 612810 w 750073"/>
              <a:gd name="connsiteY85" fmla="*/ 493395 h 2498461"/>
              <a:gd name="connsiteX86" fmla="*/ 628050 w 750073"/>
              <a:gd name="connsiteY86" fmla="*/ 512445 h 2498461"/>
              <a:gd name="connsiteX87" fmla="*/ 627098 w 750073"/>
              <a:gd name="connsiteY87" fmla="*/ 541972 h 2498461"/>
              <a:gd name="connsiteX88" fmla="*/ 636623 w 750073"/>
              <a:gd name="connsiteY88" fmla="*/ 553402 h 2498461"/>
              <a:gd name="connsiteX89" fmla="*/ 633765 w 750073"/>
              <a:gd name="connsiteY89" fmla="*/ 565785 h 2498461"/>
              <a:gd name="connsiteX90" fmla="*/ 648053 w 750073"/>
              <a:gd name="connsiteY90" fmla="*/ 573405 h 2498461"/>
              <a:gd name="connsiteX91" fmla="*/ 647100 w 750073"/>
              <a:gd name="connsiteY91" fmla="*/ 597217 h 2498461"/>
              <a:gd name="connsiteX92" fmla="*/ 709965 w 750073"/>
              <a:gd name="connsiteY92" fmla="*/ 691515 h 2498461"/>
              <a:gd name="connsiteX93" fmla="*/ 736635 w 750073"/>
              <a:gd name="connsiteY93" fmla="*/ 706755 h 2498461"/>
              <a:gd name="connsiteX94" fmla="*/ 749970 w 750073"/>
              <a:gd name="connsiteY94" fmla="*/ 783907 h 2498461"/>
              <a:gd name="connsiteX95" fmla="*/ 670913 w 750073"/>
              <a:gd name="connsiteY95" fmla="*/ 860107 h 2498461"/>
              <a:gd name="connsiteX96" fmla="*/ 596618 w 750073"/>
              <a:gd name="connsiteY96" fmla="*/ 861060 h 2498461"/>
              <a:gd name="connsiteX97" fmla="*/ 577568 w 750073"/>
              <a:gd name="connsiteY97" fmla="*/ 849630 h 2498461"/>
              <a:gd name="connsiteX98" fmla="*/ 573758 w 750073"/>
              <a:gd name="connsiteY98" fmla="*/ 878205 h 2498461"/>
              <a:gd name="connsiteX99" fmla="*/ 579473 w 750073"/>
              <a:gd name="connsiteY99" fmla="*/ 944880 h 2498461"/>
              <a:gd name="connsiteX100" fmla="*/ 698535 w 750073"/>
              <a:gd name="connsiteY100" fmla="*/ 1316355 h 2498461"/>
              <a:gd name="connsiteX101" fmla="*/ 635670 w 750073"/>
              <a:gd name="connsiteY101" fmla="*/ 1348740 h 2498461"/>
              <a:gd name="connsiteX102" fmla="*/ 642338 w 750073"/>
              <a:gd name="connsiteY102" fmla="*/ 1503045 h 2498461"/>
              <a:gd name="connsiteX103" fmla="*/ 637575 w 750073"/>
              <a:gd name="connsiteY103" fmla="*/ 1649730 h 2498461"/>
              <a:gd name="connsiteX104" fmla="*/ 630908 w 750073"/>
              <a:gd name="connsiteY104" fmla="*/ 1748790 h 2498461"/>
              <a:gd name="connsiteX105" fmla="*/ 608048 w 750073"/>
              <a:gd name="connsiteY105" fmla="*/ 1826895 h 2498461"/>
              <a:gd name="connsiteX106" fmla="*/ 586140 w 750073"/>
              <a:gd name="connsiteY106" fmla="*/ 1853565 h 2498461"/>
              <a:gd name="connsiteX107" fmla="*/ 582330 w 750073"/>
              <a:gd name="connsiteY107" fmla="*/ 1909762 h 2498461"/>
              <a:gd name="connsiteX108" fmla="*/ 565185 w 750073"/>
              <a:gd name="connsiteY108" fmla="*/ 2065972 h 2498461"/>
              <a:gd name="connsiteX109" fmla="*/ 557565 w 750073"/>
              <a:gd name="connsiteY109" fmla="*/ 2159317 h 2498461"/>
              <a:gd name="connsiteX110" fmla="*/ 561375 w 750073"/>
              <a:gd name="connsiteY110" fmla="*/ 2228850 h 2498461"/>
              <a:gd name="connsiteX111" fmla="*/ 574710 w 750073"/>
              <a:gd name="connsiteY111" fmla="*/ 2263140 h 2498461"/>
              <a:gd name="connsiteX112" fmla="*/ 567090 w 750073"/>
              <a:gd name="connsiteY112" fmla="*/ 2307907 h 2498461"/>
              <a:gd name="connsiteX113" fmla="*/ 734730 w 750073"/>
              <a:gd name="connsiteY113" fmla="*/ 2434590 h 2498461"/>
              <a:gd name="connsiteX114" fmla="*/ 740445 w 750073"/>
              <a:gd name="connsiteY114" fmla="*/ 2486977 h 2498461"/>
              <a:gd name="connsiteX115" fmla="*/ 319440 w 750073"/>
              <a:gd name="connsiteY115" fmla="*/ 2458402 h 2498461"/>
              <a:gd name="connsiteX116" fmla="*/ 213713 w 750073"/>
              <a:gd name="connsiteY116" fmla="*/ 2495550 h 2498461"/>
              <a:gd name="connsiteX117" fmla="*/ 108938 w 750073"/>
              <a:gd name="connsiteY117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408023 w 750073"/>
              <a:gd name="connsiteY79" fmla="*/ 413385 h 2498461"/>
              <a:gd name="connsiteX80" fmla="*/ 404213 w 750073"/>
              <a:gd name="connsiteY80" fmla="*/ 409575 h 2498461"/>
              <a:gd name="connsiteX81" fmla="*/ 391830 w 750073"/>
              <a:gd name="connsiteY81" fmla="*/ 379095 h 2498461"/>
              <a:gd name="connsiteX82" fmla="*/ 380247 w 750073"/>
              <a:gd name="connsiteY82" fmla="*/ 370478 h 2498461"/>
              <a:gd name="connsiteX83" fmla="*/ 547088 w 750073"/>
              <a:gd name="connsiteY83" fmla="*/ 403860 h 2498461"/>
              <a:gd name="connsiteX84" fmla="*/ 589950 w 750073"/>
              <a:gd name="connsiteY84" fmla="*/ 422910 h 2498461"/>
              <a:gd name="connsiteX85" fmla="*/ 612810 w 750073"/>
              <a:gd name="connsiteY85" fmla="*/ 493395 h 2498461"/>
              <a:gd name="connsiteX86" fmla="*/ 628050 w 750073"/>
              <a:gd name="connsiteY86" fmla="*/ 512445 h 2498461"/>
              <a:gd name="connsiteX87" fmla="*/ 627098 w 750073"/>
              <a:gd name="connsiteY87" fmla="*/ 541972 h 2498461"/>
              <a:gd name="connsiteX88" fmla="*/ 636623 w 750073"/>
              <a:gd name="connsiteY88" fmla="*/ 553402 h 2498461"/>
              <a:gd name="connsiteX89" fmla="*/ 633765 w 750073"/>
              <a:gd name="connsiteY89" fmla="*/ 565785 h 2498461"/>
              <a:gd name="connsiteX90" fmla="*/ 648053 w 750073"/>
              <a:gd name="connsiteY90" fmla="*/ 573405 h 2498461"/>
              <a:gd name="connsiteX91" fmla="*/ 647100 w 750073"/>
              <a:gd name="connsiteY91" fmla="*/ 597217 h 2498461"/>
              <a:gd name="connsiteX92" fmla="*/ 709965 w 750073"/>
              <a:gd name="connsiteY92" fmla="*/ 691515 h 2498461"/>
              <a:gd name="connsiteX93" fmla="*/ 736635 w 750073"/>
              <a:gd name="connsiteY93" fmla="*/ 706755 h 2498461"/>
              <a:gd name="connsiteX94" fmla="*/ 749970 w 750073"/>
              <a:gd name="connsiteY94" fmla="*/ 783907 h 2498461"/>
              <a:gd name="connsiteX95" fmla="*/ 670913 w 750073"/>
              <a:gd name="connsiteY95" fmla="*/ 860107 h 2498461"/>
              <a:gd name="connsiteX96" fmla="*/ 596618 w 750073"/>
              <a:gd name="connsiteY96" fmla="*/ 861060 h 2498461"/>
              <a:gd name="connsiteX97" fmla="*/ 577568 w 750073"/>
              <a:gd name="connsiteY97" fmla="*/ 849630 h 2498461"/>
              <a:gd name="connsiteX98" fmla="*/ 573758 w 750073"/>
              <a:gd name="connsiteY98" fmla="*/ 878205 h 2498461"/>
              <a:gd name="connsiteX99" fmla="*/ 579473 w 750073"/>
              <a:gd name="connsiteY99" fmla="*/ 944880 h 2498461"/>
              <a:gd name="connsiteX100" fmla="*/ 698535 w 750073"/>
              <a:gd name="connsiteY100" fmla="*/ 1316355 h 2498461"/>
              <a:gd name="connsiteX101" fmla="*/ 635670 w 750073"/>
              <a:gd name="connsiteY101" fmla="*/ 1348740 h 2498461"/>
              <a:gd name="connsiteX102" fmla="*/ 642338 w 750073"/>
              <a:gd name="connsiteY102" fmla="*/ 1503045 h 2498461"/>
              <a:gd name="connsiteX103" fmla="*/ 637575 w 750073"/>
              <a:gd name="connsiteY103" fmla="*/ 1649730 h 2498461"/>
              <a:gd name="connsiteX104" fmla="*/ 630908 w 750073"/>
              <a:gd name="connsiteY104" fmla="*/ 1748790 h 2498461"/>
              <a:gd name="connsiteX105" fmla="*/ 608048 w 750073"/>
              <a:gd name="connsiteY105" fmla="*/ 1826895 h 2498461"/>
              <a:gd name="connsiteX106" fmla="*/ 586140 w 750073"/>
              <a:gd name="connsiteY106" fmla="*/ 1853565 h 2498461"/>
              <a:gd name="connsiteX107" fmla="*/ 582330 w 750073"/>
              <a:gd name="connsiteY107" fmla="*/ 1909762 h 2498461"/>
              <a:gd name="connsiteX108" fmla="*/ 565185 w 750073"/>
              <a:gd name="connsiteY108" fmla="*/ 2065972 h 2498461"/>
              <a:gd name="connsiteX109" fmla="*/ 557565 w 750073"/>
              <a:gd name="connsiteY109" fmla="*/ 2159317 h 2498461"/>
              <a:gd name="connsiteX110" fmla="*/ 561375 w 750073"/>
              <a:gd name="connsiteY110" fmla="*/ 2228850 h 2498461"/>
              <a:gd name="connsiteX111" fmla="*/ 574710 w 750073"/>
              <a:gd name="connsiteY111" fmla="*/ 2263140 h 2498461"/>
              <a:gd name="connsiteX112" fmla="*/ 567090 w 750073"/>
              <a:gd name="connsiteY112" fmla="*/ 2307907 h 2498461"/>
              <a:gd name="connsiteX113" fmla="*/ 734730 w 750073"/>
              <a:gd name="connsiteY113" fmla="*/ 2434590 h 2498461"/>
              <a:gd name="connsiteX114" fmla="*/ 740445 w 750073"/>
              <a:gd name="connsiteY114" fmla="*/ 2486977 h 2498461"/>
              <a:gd name="connsiteX115" fmla="*/ 319440 w 750073"/>
              <a:gd name="connsiteY115" fmla="*/ 2458402 h 2498461"/>
              <a:gd name="connsiteX116" fmla="*/ 213713 w 750073"/>
              <a:gd name="connsiteY116" fmla="*/ 2495550 h 2498461"/>
              <a:gd name="connsiteX117" fmla="*/ 108938 w 750073"/>
              <a:gd name="connsiteY117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408023 w 750073"/>
              <a:gd name="connsiteY79" fmla="*/ 413385 h 2498461"/>
              <a:gd name="connsiteX80" fmla="*/ 391830 w 750073"/>
              <a:gd name="connsiteY80" fmla="*/ 379095 h 2498461"/>
              <a:gd name="connsiteX81" fmla="*/ 380247 w 750073"/>
              <a:gd name="connsiteY81" fmla="*/ 370478 h 2498461"/>
              <a:gd name="connsiteX82" fmla="*/ 547088 w 750073"/>
              <a:gd name="connsiteY82" fmla="*/ 403860 h 2498461"/>
              <a:gd name="connsiteX83" fmla="*/ 589950 w 750073"/>
              <a:gd name="connsiteY83" fmla="*/ 422910 h 2498461"/>
              <a:gd name="connsiteX84" fmla="*/ 612810 w 750073"/>
              <a:gd name="connsiteY84" fmla="*/ 493395 h 2498461"/>
              <a:gd name="connsiteX85" fmla="*/ 628050 w 750073"/>
              <a:gd name="connsiteY85" fmla="*/ 512445 h 2498461"/>
              <a:gd name="connsiteX86" fmla="*/ 627098 w 750073"/>
              <a:gd name="connsiteY86" fmla="*/ 541972 h 2498461"/>
              <a:gd name="connsiteX87" fmla="*/ 636623 w 750073"/>
              <a:gd name="connsiteY87" fmla="*/ 553402 h 2498461"/>
              <a:gd name="connsiteX88" fmla="*/ 633765 w 750073"/>
              <a:gd name="connsiteY88" fmla="*/ 565785 h 2498461"/>
              <a:gd name="connsiteX89" fmla="*/ 648053 w 750073"/>
              <a:gd name="connsiteY89" fmla="*/ 573405 h 2498461"/>
              <a:gd name="connsiteX90" fmla="*/ 647100 w 750073"/>
              <a:gd name="connsiteY90" fmla="*/ 597217 h 2498461"/>
              <a:gd name="connsiteX91" fmla="*/ 709965 w 750073"/>
              <a:gd name="connsiteY91" fmla="*/ 691515 h 2498461"/>
              <a:gd name="connsiteX92" fmla="*/ 736635 w 750073"/>
              <a:gd name="connsiteY92" fmla="*/ 706755 h 2498461"/>
              <a:gd name="connsiteX93" fmla="*/ 749970 w 750073"/>
              <a:gd name="connsiteY93" fmla="*/ 783907 h 2498461"/>
              <a:gd name="connsiteX94" fmla="*/ 670913 w 750073"/>
              <a:gd name="connsiteY94" fmla="*/ 860107 h 2498461"/>
              <a:gd name="connsiteX95" fmla="*/ 596618 w 750073"/>
              <a:gd name="connsiteY95" fmla="*/ 861060 h 2498461"/>
              <a:gd name="connsiteX96" fmla="*/ 577568 w 750073"/>
              <a:gd name="connsiteY96" fmla="*/ 849630 h 2498461"/>
              <a:gd name="connsiteX97" fmla="*/ 573758 w 750073"/>
              <a:gd name="connsiteY97" fmla="*/ 878205 h 2498461"/>
              <a:gd name="connsiteX98" fmla="*/ 579473 w 750073"/>
              <a:gd name="connsiteY98" fmla="*/ 944880 h 2498461"/>
              <a:gd name="connsiteX99" fmla="*/ 698535 w 750073"/>
              <a:gd name="connsiteY99" fmla="*/ 1316355 h 2498461"/>
              <a:gd name="connsiteX100" fmla="*/ 635670 w 750073"/>
              <a:gd name="connsiteY100" fmla="*/ 1348740 h 2498461"/>
              <a:gd name="connsiteX101" fmla="*/ 642338 w 750073"/>
              <a:gd name="connsiteY101" fmla="*/ 1503045 h 2498461"/>
              <a:gd name="connsiteX102" fmla="*/ 637575 w 750073"/>
              <a:gd name="connsiteY102" fmla="*/ 1649730 h 2498461"/>
              <a:gd name="connsiteX103" fmla="*/ 630908 w 750073"/>
              <a:gd name="connsiteY103" fmla="*/ 1748790 h 2498461"/>
              <a:gd name="connsiteX104" fmla="*/ 608048 w 750073"/>
              <a:gd name="connsiteY104" fmla="*/ 1826895 h 2498461"/>
              <a:gd name="connsiteX105" fmla="*/ 586140 w 750073"/>
              <a:gd name="connsiteY105" fmla="*/ 1853565 h 2498461"/>
              <a:gd name="connsiteX106" fmla="*/ 582330 w 750073"/>
              <a:gd name="connsiteY106" fmla="*/ 1909762 h 2498461"/>
              <a:gd name="connsiteX107" fmla="*/ 565185 w 750073"/>
              <a:gd name="connsiteY107" fmla="*/ 2065972 h 2498461"/>
              <a:gd name="connsiteX108" fmla="*/ 557565 w 750073"/>
              <a:gd name="connsiteY108" fmla="*/ 2159317 h 2498461"/>
              <a:gd name="connsiteX109" fmla="*/ 561375 w 750073"/>
              <a:gd name="connsiteY109" fmla="*/ 2228850 h 2498461"/>
              <a:gd name="connsiteX110" fmla="*/ 574710 w 750073"/>
              <a:gd name="connsiteY110" fmla="*/ 2263140 h 2498461"/>
              <a:gd name="connsiteX111" fmla="*/ 567090 w 750073"/>
              <a:gd name="connsiteY111" fmla="*/ 2307907 h 2498461"/>
              <a:gd name="connsiteX112" fmla="*/ 734730 w 750073"/>
              <a:gd name="connsiteY112" fmla="*/ 2434590 h 2498461"/>
              <a:gd name="connsiteX113" fmla="*/ 740445 w 750073"/>
              <a:gd name="connsiteY113" fmla="*/ 2486977 h 2498461"/>
              <a:gd name="connsiteX114" fmla="*/ 319440 w 750073"/>
              <a:gd name="connsiteY114" fmla="*/ 2458402 h 2498461"/>
              <a:gd name="connsiteX115" fmla="*/ 213713 w 750073"/>
              <a:gd name="connsiteY115" fmla="*/ 2495550 h 2498461"/>
              <a:gd name="connsiteX116" fmla="*/ 108938 w 750073"/>
              <a:gd name="connsiteY116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391830 w 750073"/>
              <a:gd name="connsiteY79" fmla="*/ 379095 h 2498461"/>
              <a:gd name="connsiteX80" fmla="*/ 380247 w 750073"/>
              <a:gd name="connsiteY80" fmla="*/ 370478 h 2498461"/>
              <a:gd name="connsiteX81" fmla="*/ 547088 w 750073"/>
              <a:gd name="connsiteY81" fmla="*/ 403860 h 2498461"/>
              <a:gd name="connsiteX82" fmla="*/ 589950 w 750073"/>
              <a:gd name="connsiteY82" fmla="*/ 422910 h 2498461"/>
              <a:gd name="connsiteX83" fmla="*/ 612810 w 750073"/>
              <a:gd name="connsiteY83" fmla="*/ 493395 h 2498461"/>
              <a:gd name="connsiteX84" fmla="*/ 628050 w 750073"/>
              <a:gd name="connsiteY84" fmla="*/ 512445 h 2498461"/>
              <a:gd name="connsiteX85" fmla="*/ 627098 w 750073"/>
              <a:gd name="connsiteY85" fmla="*/ 541972 h 2498461"/>
              <a:gd name="connsiteX86" fmla="*/ 636623 w 750073"/>
              <a:gd name="connsiteY86" fmla="*/ 553402 h 2498461"/>
              <a:gd name="connsiteX87" fmla="*/ 633765 w 750073"/>
              <a:gd name="connsiteY87" fmla="*/ 565785 h 2498461"/>
              <a:gd name="connsiteX88" fmla="*/ 648053 w 750073"/>
              <a:gd name="connsiteY88" fmla="*/ 573405 h 2498461"/>
              <a:gd name="connsiteX89" fmla="*/ 647100 w 750073"/>
              <a:gd name="connsiteY89" fmla="*/ 597217 h 2498461"/>
              <a:gd name="connsiteX90" fmla="*/ 709965 w 750073"/>
              <a:gd name="connsiteY90" fmla="*/ 691515 h 2498461"/>
              <a:gd name="connsiteX91" fmla="*/ 736635 w 750073"/>
              <a:gd name="connsiteY91" fmla="*/ 706755 h 2498461"/>
              <a:gd name="connsiteX92" fmla="*/ 749970 w 750073"/>
              <a:gd name="connsiteY92" fmla="*/ 783907 h 2498461"/>
              <a:gd name="connsiteX93" fmla="*/ 670913 w 750073"/>
              <a:gd name="connsiteY93" fmla="*/ 860107 h 2498461"/>
              <a:gd name="connsiteX94" fmla="*/ 596618 w 750073"/>
              <a:gd name="connsiteY94" fmla="*/ 861060 h 2498461"/>
              <a:gd name="connsiteX95" fmla="*/ 577568 w 750073"/>
              <a:gd name="connsiteY95" fmla="*/ 849630 h 2498461"/>
              <a:gd name="connsiteX96" fmla="*/ 573758 w 750073"/>
              <a:gd name="connsiteY96" fmla="*/ 878205 h 2498461"/>
              <a:gd name="connsiteX97" fmla="*/ 579473 w 750073"/>
              <a:gd name="connsiteY97" fmla="*/ 944880 h 2498461"/>
              <a:gd name="connsiteX98" fmla="*/ 698535 w 750073"/>
              <a:gd name="connsiteY98" fmla="*/ 1316355 h 2498461"/>
              <a:gd name="connsiteX99" fmla="*/ 635670 w 750073"/>
              <a:gd name="connsiteY99" fmla="*/ 1348740 h 2498461"/>
              <a:gd name="connsiteX100" fmla="*/ 642338 w 750073"/>
              <a:gd name="connsiteY100" fmla="*/ 1503045 h 2498461"/>
              <a:gd name="connsiteX101" fmla="*/ 637575 w 750073"/>
              <a:gd name="connsiteY101" fmla="*/ 1649730 h 2498461"/>
              <a:gd name="connsiteX102" fmla="*/ 630908 w 750073"/>
              <a:gd name="connsiteY102" fmla="*/ 1748790 h 2498461"/>
              <a:gd name="connsiteX103" fmla="*/ 608048 w 750073"/>
              <a:gd name="connsiteY103" fmla="*/ 1826895 h 2498461"/>
              <a:gd name="connsiteX104" fmla="*/ 586140 w 750073"/>
              <a:gd name="connsiteY104" fmla="*/ 1853565 h 2498461"/>
              <a:gd name="connsiteX105" fmla="*/ 582330 w 750073"/>
              <a:gd name="connsiteY105" fmla="*/ 1909762 h 2498461"/>
              <a:gd name="connsiteX106" fmla="*/ 565185 w 750073"/>
              <a:gd name="connsiteY106" fmla="*/ 2065972 h 2498461"/>
              <a:gd name="connsiteX107" fmla="*/ 557565 w 750073"/>
              <a:gd name="connsiteY107" fmla="*/ 2159317 h 2498461"/>
              <a:gd name="connsiteX108" fmla="*/ 561375 w 750073"/>
              <a:gd name="connsiteY108" fmla="*/ 2228850 h 2498461"/>
              <a:gd name="connsiteX109" fmla="*/ 574710 w 750073"/>
              <a:gd name="connsiteY109" fmla="*/ 2263140 h 2498461"/>
              <a:gd name="connsiteX110" fmla="*/ 567090 w 750073"/>
              <a:gd name="connsiteY110" fmla="*/ 2307907 h 2498461"/>
              <a:gd name="connsiteX111" fmla="*/ 734730 w 750073"/>
              <a:gd name="connsiteY111" fmla="*/ 2434590 h 2498461"/>
              <a:gd name="connsiteX112" fmla="*/ 740445 w 750073"/>
              <a:gd name="connsiteY112" fmla="*/ 2486977 h 2498461"/>
              <a:gd name="connsiteX113" fmla="*/ 319440 w 750073"/>
              <a:gd name="connsiteY113" fmla="*/ 2458402 h 2498461"/>
              <a:gd name="connsiteX114" fmla="*/ 213713 w 750073"/>
              <a:gd name="connsiteY114" fmla="*/ 2495550 h 2498461"/>
              <a:gd name="connsiteX115" fmla="*/ 108938 w 750073"/>
              <a:gd name="connsiteY115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391830 w 750073"/>
              <a:gd name="connsiteY79" fmla="*/ 379095 h 2498461"/>
              <a:gd name="connsiteX80" fmla="*/ 415599 w 750073"/>
              <a:gd name="connsiteY80" fmla="*/ 375527 h 2498461"/>
              <a:gd name="connsiteX81" fmla="*/ 547088 w 750073"/>
              <a:gd name="connsiteY81" fmla="*/ 403860 h 2498461"/>
              <a:gd name="connsiteX82" fmla="*/ 589950 w 750073"/>
              <a:gd name="connsiteY82" fmla="*/ 422910 h 2498461"/>
              <a:gd name="connsiteX83" fmla="*/ 612810 w 750073"/>
              <a:gd name="connsiteY83" fmla="*/ 493395 h 2498461"/>
              <a:gd name="connsiteX84" fmla="*/ 628050 w 750073"/>
              <a:gd name="connsiteY84" fmla="*/ 512445 h 2498461"/>
              <a:gd name="connsiteX85" fmla="*/ 627098 w 750073"/>
              <a:gd name="connsiteY85" fmla="*/ 541972 h 2498461"/>
              <a:gd name="connsiteX86" fmla="*/ 636623 w 750073"/>
              <a:gd name="connsiteY86" fmla="*/ 553402 h 2498461"/>
              <a:gd name="connsiteX87" fmla="*/ 633765 w 750073"/>
              <a:gd name="connsiteY87" fmla="*/ 565785 h 2498461"/>
              <a:gd name="connsiteX88" fmla="*/ 648053 w 750073"/>
              <a:gd name="connsiteY88" fmla="*/ 573405 h 2498461"/>
              <a:gd name="connsiteX89" fmla="*/ 647100 w 750073"/>
              <a:gd name="connsiteY89" fmla="*/ 597217 h 2498461"/>
              <a:gd name="connsiteX90" fmla="*/ 709965 w 750073"/>
              <a:gd name="connsiteY90" fmla="*/ 691515 h 2498461"/>
              <a:gd name="connsiteX91" fmla="*/ 736635 w 750073"/>
              <a:gd name="connsiteY91" fmla="*/ 706755 h 2498461"/>
              <a:gd name="connsiteX92" fmla="*/ 749970 w 750073"/>
              <a:gd name="connsiteY92" fmla="*/ 783907 h 2498461"/>
              <a:gd name="connsiteX93" fmla="*/ 670913 w 750073"/>
              <a:gd name="connsiteY93" fmla="*/ 860107 h 2498461"/>
              <a:gd name="connsiteX94" fmla="*/ 596618 w 750073"/>
              <a:gd name="connsiteY94" fmla="*/ 861060 h 2498461"/>
              <a:gd name="connsiteX95" fmla="*/ 577568 w 750073"/>
              <a:gd name="connsiteY95" fmla="*/ 849630 h 2498461"/>
              <a:gd name="connsiteX96" fmla="*/ 573758 w 750073"/>
              <a:gd name="connsiteY96" fmla="*/ 878205 h 2498461"/>
              <a:gd name="connsiteX97" fmla="*/ 579473 w 750073"/>
              <a:gd name="connsiteY97" fmla="*/ 944880 h 2498461"/>
              <a:gd name="connsiteX98" fmla="*/ 698535 w 750073"/>
              <a:gd name="connsiteY98" fmla="*/ 1316355 h 2498461"/>
              <a:gd name="connsiteX99" fmla="*/ 635670 w 750073"/>
              <a:gd name="connsiteY99" fmla="*/ 1348740 h 2498461"/>
              <a:gd name="connsiteX100" fmla="*/ 642338 w 750073"/>
              <a:gd name="connsiteY100" fmla="*/ 1503045 h 2498461"/>
              <a:gd name="connsiteX101" fmla="*/ 637575 w 750073"/>
              <a:gd name="connsiteY101" fmla="*/ 1649730 h 2498461"/>
              <a:gd name="connsiteX102" fmla="*/ 630908 w 750073"/>
              <a:gd name="connsiteY102" fmla="*/ 1748790 h 2498461"/>
              <a:gd name="connsiteX103" fmla="*/ 608048 w 750073"/>
              <a:gd name="connsiteY103" fmla="*/ 1826895 h 2498461"/>
              <a:gd name="connsiteX104" fmla="*/ 586140 w 750073"/>
              <a:gd name="connsiteY104" fmla="*/ 1853565 h 2498461"/>
              <a:gd name="connsiteX105" fmla="*/ 582330 w 750073"/>
              <a:gd name="connsiteY105" fmla="*/ 1909762 h 2498461"/>
              <a:gd name="connsiteX106" fmla="*/ 565185 w 750073"/>
              <a:gd name="connsiteY106" fmla="*/ 2065972 h 2498461"/>
              <a:gd name="connsiteX107" fmla="*/ 557565 w 750073"/>
              <a:gd name="connsiteY107" fmla="*/ 2159317 h 2498461"/>
              <a:gd name="connsiteX108" fmla="*/ 561375 w 750073"/>
              <a:gd name="connsiteY108" fmla="*/ 2228850 h 2498461"/>
              <a:gd name="connsiteX109" fmla="*/ 574710 w 750073"/>
              <a:gd name="connsiteY109" fmla="*/ 2263140 h 2498461"/>
              <a:gd name="connsiteX110" fmla="*/ 567090 w 750073"/>
              <a:gd name="connsiteY110" fmla="*/ 2307907 h 2498461"/>
              <a:gd name="connsiteX111" fmla="*/ 734730 w 750073"/>
              <a:gd name="connsiteY111" fmla="*/ 2434590 h 2498461"/>
              <a:gd name="connsiteX112" fmla="*/ 740445 w 750073"/>
              <a:gd name="connsiteY112" fmla="*/ 2486977 h 2498461"/>
              <a:gd name="connsiteX113" fmla="*/ 319440 w 750073"/>
              <a:gd name="connsiteY113" fmla="*/ 2458402 h 2498461"/>
              <a:gd name="connsiteX114" fmla="*/ 213713 w 750073"/>
              <a:gd name="connsiteY114" fmla="*/ 2495550 h 2498461"/>
              <a:gd name="connsiteX115" fmla="*/ 108938 w 750073"/>
              <a:gd name="connsiteY115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391830 w 750073"/>
              <a:gd name="connsiteY79" fmla="*/ 379095 h 2498461"/>
              <a:gd name="connsiteX80" fmla="*/ 382773 w 750073"/>
              <a:gd name="connsiteY80" fmla="*/ 373002 h 2498461"/>
              <a:gd name="connsiteX81" fmla="*/ 547088 w 750073"/>
              <a:gd name="connsiteY81" fmla="*/ 403860 h 2498461"/>
              <a:gd name="connsiteX82" fmla="*/ 589950 w 750073"/>
              <a:gd name="connsiteY82" fmla="*/ 422910 h 2498461"/>
              <a:gd name="connsiteX83" fmla="*/ 612810 w 750073"/>
              <a:gd name="connsiteY83" fmla="*/ 493395 h 2498461"/>
              <a:gd name="connsiteX84" fmla="*/ 628050 w 750073"/>
              <a:gd name="connsiteY84" fmla="*/ 512445 h 2498461"/>
              <a:gd name="connsiteX85" fmla="*/ 627098 w 750073"/>
              <a:gd name="connsiteY85" fmla="*/ 541972 h 2498461"/>
              <a:gd name="connsiteX86" fmla="*/ 636623 w 750073"/>
              <a:gd name="connsiteY86" fmla="*/ 553402 h 2498461"/>
              <a:gd name="connsiteX87" fmla="*/ 633765 w 750073"/>
              <a:gd name="connsiteY87" fmla="*/ 565785 h 2498461"/>
              <a:gd name="connsiteX88" fmla="*/ 648053 w 750073"/>
              <a:gd name="connsiteY88" fmla="*/ 573405 h 2498461"/>
              <a:gd name="connsiteX89" fmla="*/ 647100 w 750073"/>
              <a:gd name="connsiteY89" fmla="*/ 597217 h 2498461"/>
              <a:gd name="connsiteX90" fmla="*/ 709965 w 750073"/>
              <a:gd name="connsiteY90" fmla="*/ 691515 h 2498461"/>
              <a:gd name="connsiteX91" fmla="*/ 736635 w 750073"/>
              <a:gd name="connsiteY91" fmla="*/ 706755 h 2498461"/>
              <a:gd name="connsiteX92" fmla="*/ 749970 w 750073"/>
              <a:gd name="connsiteY92" fmla="*/ 783907 h 2498461"/>
              <a:gd name="connsiteX93" fmla="*/ 670913 w 750073"/>
              <a:gd name="connsiteY93" fmla="*/ 860107 h 2498461"/>
              <a:gd name="connsiteX94" fmla="*/ 596618 w 750073"/>
              <a:gd name="connsiteY94" fmla="*/ 861060 h 2498461"/>
              <a:gd name="connsiteX95" fmla="*/ 577568 w 750073"/>
              <a:gd name="connsiteY95" fmla="*/ 849630 h 2498461"/>
              <a:gd name="connsiteX96" fmla="*/ 573758 w 750073"/>
              <a:gd name="connsiteY96" fmla="*/ 878205 h 2498461"/>
              <a:gd name="connsiteX97" fmla="*/ 579473 w 750073"/>
              <a:gd name="connsiteY97" fmla="*/ 944880 h 2498461"/>
              <a:gd name="connsiteX98" fmla="*/ 698535 w 750073"/>
              <a:gd name="connsiteY98" fmla="*/ 1316355 h 2498461"/>
              <a:gd name="connsiteX99" fmla="*/ 635670 w 750073"/>
              <a:gd name="connsiteY99" fmla="*/ 1348740 h 2498461"/>
              <a:gd name="connsiteX100" fmla="*/ 642338 w 750073"/>
              <a:gd name="connsiteY100" fmla="*/ 1503045 h 2498461"/>
              <a:gd name="connsiteX101" fmla="*/ 637575 w 750073"/>
              <a:gd name="connsiteY101" fmla="*/ 1649730 h 2498461"/>
              <a:gd name="connsiteX102" fmla="*/ 630908 w 750073"/>
              <a:gd name="connsiteY102" fmla="*/ 1748790 h 2498461"/>
              <a:gd name="connsiteX103" fmla="*/ 608048 w 750073"/>
              <a:gd name="connsiteY103" fmla="*/ 1826895 h 2498461"/>
              <a:gd name="connsiteX104" fmla="*/ 586140 w 750073"/>
              <a:gd name="connsiteY104" fmla="*/ 1853565 h 2498461"/>
              <a:gd name="connsiteX105" fmla="*/ 582330 w 750073"/>
              <a:gd name="connsiteY105" fmla="*/ 1909762 h 2498461"/>
              <a:gd name="connsiteX106" fmla="*/ 565185 w 750073"/>
              <a:gd name="connsiteY106" fmla="*/ 2065972 h 2498461"/>
              <a:gd name="connsiteX107" fmla="*/ 557565 w 750073"/>
              <a:gd name="connsiteY107" fmla="*/ 2159317 h 2498461"/>
              <a:gd name="connsiteX108" fmla="*/ 561375 w 750073"/>
              <a:gd name="connsiteY108" fmla="*/ 2228850 h 2498461"/>
              <a:gd name="connsiteX109" fmla="*/ 574710 w 750073"/>
              <a:gd name="connsiteY109" fmla="*/ 2263140 h 2498461"/>
              <a:gd name="connsiteX110" fmla="*/ 567090 w 750073"/>
              <a:gd name="connsiteY110" fmla="*/ 2307907 h 2498461"/>
              <a:gd name="connsiteX111" fmla="*/ 734730 w 750073"/>
              <a:gd name="connsiteY111" fmla="*/ 2434590 h 2498461"/>
              <a:gd name="connsiteX112" fmla="*/ 740445 w 750073"/>
              <a:gd name="connsiteY112" fmla="*/ 2486977 h 2498461"/>
              <a:gd name="connsiteX113" fmla="*/ 319440 w 750073"/>
              <a:gd name="connsiteY113" fmla="*/ 2458402 h 2498461"/>
              <a:gd name="connsiteX114" fmla="*/ 213713 w 750073"/>
              <a:gd name="connsiteY114" fmla="*/ 2495550 h 2498461"/>
              <a:gd name="connsiteX115" fmla="*/ 108938 w 750073"/>
              <a:gd name="connsiteY115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391830 w 750073"/>
              <a:gd name="connsiteY79" fmla="*/ 379095 h 2498461"/>
              <a:gd name="connsiteX80" fmla="*/ 433274 w 750073"/>
              <a:gd name="connsiteY80" fmla="*/ 375527 h 2498461"/>
              <a:gd name="connsiteX81" fmla="*/ 547088 w 750073"/>
              <a:gd name="connsiteY81" fmla="*/ 403860 h 2498461"/>
              <a:gd name="connsiteX82" fmla="*/ 589950 w 750073"/>
              <a:gd name="connsiteY82" fmla="*/ 422910 h 2498461"/>
              <a:gd name="connsiteX83" fmla="*/ 612810 w 750073"/>
              <a:gd name="connsiteY83" fmla="*/ 493395 h 2498461"/>
              <a:gd name="connsiteX84" fmla="*/ 628050 w 750073"/>
              <a:gd name="connsiteY84" fmla="*/ 512445 h 2498461"/>
              <a:gd name="connsiteX85" fmla="*/ 627098 w 750073"/>
              <a:gd name="connsiteY85" fmla="*/ 541972 h 2498461"/>
              <a:gd name="connsiteX86" fmla="*/ 636623 w 750073"/>
              <a:gd name="connsiteY86" fmla="*/ 553402 h 2498461"/>
              <a:gd name="connsiteX87" fmla="*/ 633765 w 750073"/>
              <a:gd name="connsiteY87" fmla="*/ 565785 h 2498461"/>
              <a:gd name="connsiteX88" fmla="*/ 648053 w 750073"/>
              <a:gd name="connsiteY88" fmla="*/ 573405 h 2498461"/>
              <a:gd name="connsiteX89" fmla="*/ 647100 w 750073"/>
              <a:gd name="connsiteY89" fmla="*/ 597217 h 2498461"/>
              <a:gd name="connsiteX90" fmla="*/ 709965 w 750073"/>
              <a:gd name="connsiteY90" fmla="*/ 691515 h 2498461"/>
              <a:gd name="connsiteX91" fmla="*/ 736635 w 750073"/>
              <a:gd name="connsiteY91" fmla="*/ 706755 h 2498461"/>
              <a:gd name="connsiteX92" fmla="*/ 749970 w 750073"/>
              <a:gd name="connsiteY92" fmla="*/ 783907 h 2498461"/>
              <a:gd name="connsiteX93" fmla="*/ 670913 w 750073"/>
              <a:gd name="connsiteY93" fmla="*/ 860107 h 2498461"/>
              <a:gd name="connsiteX94" fmla="*/ 596618 w 750073"/>
              <a:gd name="connsiteY94" fmla="*/ 861060 h 2498461"/>
              <a:gd name="connsiteX95" fmla="*/ 577568 w 750073"/>
              <a:gd name="connsiteY95" fmla="*/ 849630 h 2498461"/>
              <a:gd name="connsiteX96" fmla="*/ 573758 w 750073"/>
              <a:gd name="connsiteY96" fmla="*/ 878205 h 2498461"/>
              <a:gd name="connsiteX97" fmla="*/ 579473 w 750073"/>
              <a:gd name="connsiteY97" fmla="*/ 944880 h 2498461"/>
              <a:gd name="connsiteX98" fmla="*/ 698535 w 750073"/>
              <a:gd name="connsiteY98" fmla="*/ 1316355 h 2498461"/>
              <a:gd name="connsiteX99" fmla="*/ 635670 w 750073"/>
              <a:gd name="connsiteY99" fmla="*/ 1348740 h 2498461"/>
              <a:gd name="connsiteX100" fmla="*/ 642338 w 750073"/>
              <a:gd name="connsiteY100" fmla="*/ 1503045 h 2498461"/>
              <a:gd name="connsiteX101" fmla="*/ 637575 w 750073"/>
              <a:gd name="connsiteY101" fmla="*/ 1649730 h 2498461"/>
              <a:gd name="connsiteX102" fmla="*/ 630908 w 750073"/>
              <a:gd name="connsiteY102" fmla="*/ 1748790 h 2498461"/>
              <a:gd name="connsiteX103" fmla="*/ 608048 w 750073"/>
              <a:gd name="connsiteY103" fmla="*/ 1826895 h 2498461"/>
              <a:gd name="connsiteX104" fmla="*/ 586140 w 750073"/>
              <a:gd name="connsiteY104" fmla="*/ 1853565 h 2498461"/>
              <a:gd name="connsiteX105" fmla="*/ 582330 w 750073"/>
              <a:gd name="connsiteY105" fmla="*/ 1909762 h 2498461"/>
              <a:gd name="connsiteX106" fmla="*/ 565185 w 750073"/>
              <a:gd name="connsiteY106" fmla="*/ 2065972 h 2498461"/>
              <a:gd name="connsiteX107" fmla="*/ 557565 w 750073"/>
              <a:gd name="connsiteY107" fmla="*/ 2159317 h 2498461"/>
              <a:gd name="connsiteX108" fmla="*/ 561375 w 750073"/>
              <a:gd name="connsiteY108" fmla="*/ 2228850 h 2498461"/>
              <a:gd name="connsiteX109" fmla="*/ 574710 w 750073"/>
              <a:gd name="connsiteY109" fmla="*/ 2263140 h 2498461"/>
              <a:gd name="connsiteX110" fmla="*/ 567090 w 750073"/>
              <a:gd name="connsiteY110" fmla="*/ 2307907 h 2498461"/>
              <a:gd name="connsiteX111" fmla="*/ 734730 w 750073"/>
              <a:gd name="connsiteY111" fmla="*/ 2434590 h 2498461"/>
              <a:gd name="connsiteX112" fmla="*/ 740445 w 750073"/>
              <a:gd name="connsiteY112" fmla="*/ 2486977 h 2498461"/>
              <a:gd name="connsiteX113" fmla="*/ 319440 w 750073"/>
              <a:gd name="connsiteY113" fmla="*/ 2458402 h 2498461"/>
              <a:gd name="connsiteX114" fmla="*/ 213713 w 750073"/>
              <a:gd name="connsiteY114" fmla="*/ 2495550 h 2498461"/>
              <a:gd name="connsiteX115" fmla="*/ 108938 w 750073"/>
              <a:gd name="connsiteY115" fmla="*/ 2422207 h 2498461"/>
              <a:gd name="connsiteX0" fmla="*/ 412785 w 750073"/>
              <a:gd name="connsiteY0" fmla="*/ 684847 h 2498461"/>
              <a:gd name="connsiteX1" fmla="*/ 433740 w 750073"/>
              <a:gd name="connsiteY1" fmla="*/ 744855 h 2498461"/>
              <a:gd name="connsiteX2" fmla="*/ 437550 w 750073"/>
              <a:gd name="connsiteY2" fmla="*/ 699135 h 2498461"/>
              <a:gd name="connsiteX3" fmla="*/ 412785 w 750073"/>
              <a:gd name="connsiteY3" fmla="*/ 684847 h 2498461"/>
              <a:gd name="connsiteX4" fmla="*/ 412785 w 750073"/>
              <a:gd name="connsiteY4" fmla="*/ 684847 h 2498461"/>
              <a:gd name="connsiteX5" fmla="*/ 412785 w 750073"/>
              <a:gd name="connsiteY5" fmla="*/ 684847 h 2498461"/>
              <a:gd name="connsiteX6" fmla="*/ 439455 w 750073"/>
              <a:gd name="connsiteY6" fmla="*/ 2425065 h 2498461"/>
              <a:gd name="connsiteX7" fmla="*/ 435645 w 750073"/>
              <a:gd name="connsiteY7" fmla="*/ 2358390 h 2498461"/>
              <a:gd name="connsiteX8" fmla="*/ 428978 w 750073"/>
              <a:gd name="connsiteY8" fmla="*/ 2328862 h 2498461"/>
              <a:gd name="connsiteX9" fmla="*/ 440408 w 750073"/>
              <a:gd name="connsiteY9" fmla="*/ 2257425 h 2498461"/>
              <a:gd name="connsiteX10" fmla="*/ 421358 w 750073"/>
              <a:gd name="connsiteY10" fmla="*/ 2197417 h 2498461"/>
              <a:gd name="connsiteX11" fmla="*/ 421358 w 750073"/>
              <a:gd name="connsiteY11" fmla="*/ 1919287 h 2498461"/>
              <a:gd name="connsiteX12" fmla="*/ 452790 w 750073"/>
              <a:gd name="connsiteY12" fmla="*/ 1766887 h 2498461"/>
              <a:gd name="connsiteX13" fmla="*/ 438503 w 750073"/>
              <a:gd name="connsiteY13" fmla="*/ 1723072 h 2498461"/>
              <a:gd name="connsiteX14" fmla="*/ 448028 w 750073"/>
              <a:gd name="connsiteY14" fmla="*/ 1686877 h 2498461"/>
              <a:gd name="connsiteX15" fmla="*/ 446123 w 750073"/>
              <a:gd name="connsiteY15" fmla="*/ 1610677 h 2498461"/>
              <a:gd name="connsiteX16" fmla="*/ 398498 w 750073"/>
              <a:gd name="connsiteY16" fmla="*/ 1469707 h 2498461"/>
              <a:gd name="connsiteX17" fmla="*/ 320393 w 750073"/>
              <a:gd name="connsiteY17" fmla="*/ 1752600 h 2498461"/>
              <a:gd name="connsiteX18" fmla="*/ 319440 w 750073"/>
              <a:gd name="connsiteY18" fmla="*/ 1802130 h 2498461"/>
              <a:gd name="connsiteX19" fmla="*/ 294675 w 750073"/>
              <a:gd name="connsiteY19" fmla="*/ 1835467 h 2498461"/>
              <a:gd name="connsiteX20" fmla="*/ 297533 w 750073"/>
              <a:gd name="connsiteY20" fmla="*/ 1860232 h 2498461"/>
              <a:gd name="connsiteX21" fmla="*/ 280388 w 750073"/>
              <a:gd name="connsiteY21" fmla="*/ 1897380 h 2498461"/>
              <a:gd name="connsiteX22" fmla="*/ 239430 w 750073"/>
              <a:gd name="connsiteY22" fmla="*/ 2160270 h 2498461"/>
              <a:gd name="connsiteX23" fmla="*/ 244193 w 750073"/>
              <a:gd name="connsiteY23" fmla="*/ 2273617 h 2498461"/>
              <a:gd name="connsiteX24" fmla="*/ 228953 w 750073"/>
              <a:gd name="connsiteY24" fmla="*/ 2368867 h 2498461"/>
              <a:gd name="connsiteX25" fmla="*/ 318488 w 750073"/>
              <a:gd name="connsiteY25" fmla="*/ 2458402 h 2498461"/>
              <a:gd name="connsiteX26" fmla="*/ 741398 w 750073"/>
              <a:gd name="connsiteY26" fmla="*/ 2486977 h 2498461"/>
              <a:gd name="connsiteX27" fmla="*/ 593760 w 750073"/>
              <a:gd name="connsiteY27" fmla="*/ 2483167 h 2498461"/>
              <a:gd name="connsiteX28" fmla="*/ 439455 w 750073"/>
              <a:gd name="connsiteY28" fmla="*/ 2425065 h 2498461"/>
              <a:gd name="connsiteX29" fmla="*/ 108938 w 750073"/>
              <a:gd name="connsiteY29" fmla="*/ 2421255 h 2498461"/>
              <a:gd name="connsiteX30" fmla="*/ 130845 w 750073"/>
              <a:gd name="connsiteY30" fmla="*/ 2358390 h 2498461"/>
              <a:gd name="connsiteX31" fmla="*/ 106080 w 750073"/>
              <a:gd name="connsiteY31" fmla="*/ 2281237 h 2498461"/>
              <a:gd name="connsiteX32" fmla="*/ 118463 w 750073"/>
              <a:gd name="connsiteY32" fmla="*/ 2125980 h 2498461"/>
              <a:gd name="connsiteX33" fmla="*/ 145133 w 750073"/>
              <a:gd name="connsiteY33" fmla="*/ 1771650 h 2498461"/>
              <a:gd name="connsiteX34" fmla="*/ 156563 w 750073"/>
              <a:gd name="connsiteY34" fmla="*/ 1721167 h 2498461"/>
              <a:gd name="connsiteX35" fmla="*/ 161325 w 750073"/>
              <a:gd name="connsiteY35" fmla="*/ 1656397 h 2498461"/>
              <a:gd name="connsiteX36" fmla="*/ 158468 w 750073"/>
              <a:gd name="connsiteY36" fmla="*/ 1599247 h 2498461"/>
              <a:gd name="connsiteX37" fmla="*/ 137513 w 750073"/>
              <a:gd name="connsiteY37" fmla="*/ 1461135 h 2498461"/>
              <a:gd name="connsiteX38" fmla="*/ 117510 w 750073"/>
              <a:gd name="connsiteY38" fmla="*/ 1376362 h 2498461"/>
              <a:gd name="connsiteX39" fmla="*/ 70838 w 750073"/>
              <a:gd name="connsiteY39" fmla="*/ 1317307 h 2498461"/>
              <a:gd name="connsiteX40" fmla="*/ 107985 w 750073"/>
              <a:gd name="connsiteY40" fmla="*/ 987742 h 2498461"/>
              <a:gd name="connsiteX41" fmla="*/ 112748 w 750073"/>
              <a:gd name="connsiteY41" fmla="*/ 957262 h 2498461"/>
              <a:gd name="connsiteX42" fmla="*/ 112748 w 750073"/>
              <a:gd name="connsiteY42" fmla="*/ 952500 h 2498461"/>
              <a:gd name="connsiteX43" fmla="*/ 101318 w 750073"/>
              <a:gd name="connsiteY43" fmla="*/ 935355 h 2498461"/>
              <a:gd name="connsiteX44" fmla="*/ 112748 w 750073"/>
              <a:gd name="connsiteY44" fmla="*/ 880110 h 2498461"/>
              <a:gd name="connsiteX45" fmla="*/ 84173 w 750073"/>
              <a:gd name="connsiteY45" fmla="*/ 822960 h 2498461"/>
              <a:gd name="connsiteX46" fmla="*/ 69885 w 750073"/>
              <a:gd name="connsiteY46" fmla="*/ 785812 h 2498461"/>
              <a:gd name="connsiteX47" fmla="*/ 73695 w 750073"/>
              <a:gd name="connsiteY47" fmla="*/ 747712 h 2498461"/>
              <a:gd name="connsiteX48" fmla="*/ 61313 w 750073"/>
              <a:gd name="connsiteY48" fmla="*/ 739140 h 2498461"/>
              <a:gd name="connsiteX49" fmla="*/ 48930 w 750073"/>
              <a:gd name="connsiteY49" fmla="*/ 682942 h 2498461"/>
              <a:gd name="connsiteX50" fmla="*/ 12735 w 750073"/>
              <a:gd name="connsiteY50" fmla="*/ 598170 h 2498461"/>
              <a:gd name="connsiteX51" fmla="*/ 2258 w 750073"/>
              <a:gd name="connsiteY51" fmla="*/ 515302 h 2498461"/>
              <a:gd name="connsiteX52" fmla="*/ 19403 w 750073"/>
              <a:gd name="connsiteY52" fmla="*/ 411480 h 2498461"/>
              <a:gd name="connsiteX53" fmla="*/ 152753 w 750073"/>
              <a:gd name="connsiteY53" fmla="*/ 353377 h 2498461"/>
              <a:gd name="connsiteX54" fmla="*/ 222285 w 750073"/>
              <a:gd name="connsiteY54" fmla="*/ 291465 h 2498461"/>
              <a:gd name="connsiteX55" fmla="*/ 224190 w 750073"/>
              <a:gd name="connsiteY55" fmla="*/ 292417 h 2498461"/>
              <a:gd name="connsiteX56" fmla="*/ 342300 w 750073"/>
              <a:gd name="connsiteY56" fmla="*/ 444817 h 2498461"/>
              <a:gd name="connsiteX57" fmla="*/ 307058 w 750073"/>
              <a:gd name="connsiteY57" fmla="*/ 403860 h 2498461"/>
              <a:gd name="connsiteX58" fmla="*/ 354683 w 750073"/>
              <a:gd name="connsiteY58" fmla="*/ 360997 h 2498461"/>
              <a:gd name="connsiteX59" fmla="*/ 357540 w 750073"/>
              <a:gd name="connsiteY59" fmla="*/ 360997 h 2498461"/>
              <a:gd name="connsiteX60" fmla="*/ 332775 w 750073"/>
              <a:gd name="connsiteY60" fmla="*/ 348615 h 2498461"/>
              <a:gd name="connsiteX61" fmla="*/ 267053 w 750073"/>
              <a:gd name="connsiteY61" fmla="*/ 320040 h 2498461"/>
              <a:gd name="connsiteX62" fmla="*/ 232763 w 750073"/>
              <a:gd name="connsiteY62" fmla="*/ 281940 h 2498461"/>
              <a:gd name="connsiteX63" fmla="*/ 209903 w 750073"/>
              <a:gd name="connsiteY63" fmla="*/ 219075 h 2498461"/>
              <a:gd name="connsiteX64" fmla="*/ 195615 w 750073"/>
              <a:gd name="connsiteY64" fmla="*/ 228600 h 2498461"/>
              <a:gd name="connsiteX65" fmla="*/ 168945 w 750073"/>
              <a:gd name="connsiteY65" fmla="*/ 163830 h 2498461"/>
              <a:gd name="connsiteX66" fmla="*/ 185138 w 750073"/>
              <a:gd name="connsiteY66" fmla="*/ 148590 h 2498461"/>
              <a:gd name="connsiteX67" fmla="*/ 304200 w 750073"/>
              <a:gd name="connsiteY67" fmla="*/ 0 h 2498461"/>
              <a:gd name="connsiteX68" fmla="*/ 304200 w 750073"/>
              <a:gd name="connsiteY68" fmla="*/ 0 h 2498461"/>
              <a:gd name="connsiteX69" fmla="*/ 436598 w 750073"/>
              <a:gd name="connsiteY69" fmla="*/ 130492 h 2498461"/>
              <a:gd name="connsiteX70" fmla="*/ 443265 w 750073"/>
              <a:gd name="connsiteY70" fmla="*/ 194310 h 2498461"/>
              <a:gd name="connsiteX71" fmla="*/ 424215 w 750073"/>
              <a:gd name="connsiteY71" fmla="*/ 209550 h 2498461"/>
              <a:gd name="connsiteX72" fmla="*/ 404456 w 750073"/>
              <a:gd name="connsiteY72" fmla="*/ 300612 h 2498461"/>
              <a:gd name="connsiteX73" fmla="*/ 361350 w 750073"/>
              <a:gd name="connsiteY73" fmla="*/ 360045 h 2498461"/>
              <a:gd name="connsiteX74" fmla="*/ 405165 w 750073"/>
              <a:gd name="connsiteY74" fmla="*/ 409575 h 2498461"/>
              <a:gd name="connsiteX75" fmla="*/ 406118 w 750073"/>
              <a:gd name="connsiteY75" fmla="*/ 413385 h 2498461"/>
              <a:gd name="connsiteX76" fmla="*/ 388973 w 750073"/>
              <a:gd name="connsiteY76" fmla="*/ 412432 h 2498461"/>
              <a:gd name="connsiteX77" fmla="*/ 411833 w 750073"/>
              <a:gd name="connsiteY77" fmla="*/ 454342 h 2498461"/>
              <a:gd name="connsiteX78" fmla="*/ 405165 w 750073"/>
              <a:gd name="connsiteY78" fmla="*/ 413385 h 2498461"/>
              <a:gd name="connsiteX79" fmla="*/ 391830 w 750073"/>
              <a:gd name="connsiteY79" fmla="*/ 379095 h 2498461"/>
              <a:gd name="connsiteX80" fmla="*/ 430750 w 750073"/>
              <a:gd name="connsiteY80" fmla="*/ 383103 h 2498461"/>
              <a:gd name="connsiteX81" fmla="*/ 547088 w 750073"/>
              <a:gd name="connsiteY81" fmla="*/ 403860 h 2498461"/>
              <a:gd name="connsiteX82" fmla="*/ 589950 w 750073"/>
              <a:gd name="connsiteY82" fmla="*/ 422910 h 2498461"/>
              <a:gd name="connsiteX83" fmla="*/ 612810 w 750073"/>
              <a:gd name="connsiteY83" fmla="*/ 493395 h 2498461"/>
              <a:gd name="connsiteX84" fmla="*/ 628050 w 750073"/>
              <a:gd name="connsiteY84" fmla="*/ 512445 h 2498461"/>
              <a:gd name="connsiteX85" fmla="*/ 627098 w 750073"/>
              <a:gd name="connsiteY85" fmla="*/ 541972 h 2498461"/>
              <a:gd name="connsiteX86" fmla="*/ 636623 w 750073"/>
              <a:gd name="connsiteY86" fmla="*/ 553402 h 2498461"/>
              <a:gd name="connsiteX87" fmla="*/ 633765 w 750073"/>
              <a:gd name="connsiteY87" fmla="*/ 565785 h 2498461"/>
              <a:gd name="connsiteX88" fmla="*/ 648053 w 750073"/>
              <a:gd name="connsiteY88" fmla="*/ 573405 h 2498461"/>
              <a:gd name="connsiteX89" fmla="*/ 647100 w 750073"/>
              <a:gd name="connsiteY89" fmla="*/ 597217 h 2498461"/>
              <a:gd name="connsiteX90" fmla="*/ 709965 w 750073"/>
              <a:gd name="connsiteY90" fmla="*/ 691515 h 2498461"/>
              <a:gd name="connsiteX91" fmla="*/ 736635 w 750073"/>
              <a:gd name="connsiteY91" fmla="*/ 706755 h 2498461"/>
              <a:gd name="connsiteX92" fmla="*/ 749970 w 750073"/>
              <a:gd name="connsiteY92" fmla="*/ 783907 h 2498461"/>
              <a:gd name="connsiteX93" fmla="*/ 670913 w 750073"/>
              <a:gd name="connsiteY93" fmla="*/ 860107 h 2498461"/>
              <a:gd name="connsiteX94" fmla="*/ 596618 w 750073"/>
              <a:gd name="connsiteY94" fmla="*/ 861060 h 2498461"/>
              <a:gd name="connsiteX95" fmla="*/ 577568 w 750073"/>
              <a:gd name="connsiteY95" fmla="*/ 849630 h 2498461"/>
              <a:gd name="connsiteX96" fmla="*/ 573758 w 750073"/>
              <a:gd name="connsiteY96" fmla="*/ 878205 h 2498461"/>
              <a:gd name="connsiteX97" fmla="*/ 579473 w 750073"/>
              <a:gd name="connsiteY97" fmla="*/ 944880 h 2498461"/>
              <a:gd name="connsiteX98" fmla="*/ 698535 w 750073"/>
              <a:gd name="connsiteY98" fmla="*/ 1316355 h 2498461"/>
              <a:gd name="connsiteX99" fmla="*/ 635670 w 750073"/>
              <a:gd name="connsiteY99" fmla="*/ 1348740 h 2498461"/>
              <a:gd name="connsiteX100" fmla="*/ 642338 w 750073"/>
              <a:gd name="connsiteY100" fmla="*/ 1503045 h 2498461"/>
              <a:gd name="connsiteX101" fmla="*/ 637575 w 750073"/>
              <a:gd name="connsiteY101" fmla="*/ 1649730 h 2498461"/>
              <a:gd name="connsiteX102" fmla="*/ 630908 w 750073"/>
              <a:gd name="connsiteY102" fmla="*/ 1748790 h 2498461"/>
              <a:gd name="connsiteX103" fmla="*/ 608048 w 750073"/>
              <a:gd name="connsiteY103" fmla="*/ 1826895 h 2498461"/>
              <a:gd name="connsiteX104" fmla="*/ 586140 w 750073"/>
              <a:gd name="connsiteY104" fmla="*/ 1853565 h 2498461"/>
              <a:gd name="connsiteX105" fmla="*/ 582330 w 750073"/>
              <a:gd name="connsiteY105" fmla="*/ 1909762 h 2498461"/>
              <a:gd name="connsiteX106" fmla="*/ 565185 w 750073"/>
              <a:gd name="connsiteY106" fmla="*/ 2065972 h 2498461"/>
              <a:gd name="connsiteX107" fmla="*/ 557565 w 750073"/>
              <a:gd name="connsiteY107" fmla="*/ 2159317 h 2498461"/>
              <a:gd name="connsiteX108" fmla="*/ 561375 w 750073"/>
              <a:gd name="connsiteY108" fmla="*/ 2228850 h 2498461"/>
              <a:gd name="connsiteX109" fmla="*/ 574710 w 750073"/>
              <a:gd name="connsiteY109" fmla="*/ 2263140 h 2498461"/>
              <a:gd name="connsiteX110" fmla="*/ 567090 w 750073"/>
              <a:gd name="connsiteY110" fmla="*/ 2307907 h 2498461"/>
              <a:gd name="connsiteX111" fmla="*/ 734730 w 750073"/>
              <a:gd name="connsiteY111" fmla="*/ 2434590 h 2498461"/>
              <a:gd name="connsiteX112" fmla="*/ 740445 w 750073"/>
              <a:gd name="connsiteY112" fmla="*/ 2486977 h 2498461"/>
              <a:gd name="connsiteX113" fmla="*/ 319440 w 750073"/>
              <a:gd name="connsiteY113" fmla="*/ 2458402 h 2498461"/>
              <a:gd name="connsiteX114" fmla="*/ 213713 w 750073"/>
              <a:gd name="connsiteY114" fmla="*/ 2495550 h 2498461"/>
              <a:gd name="connsiteX115" fmla="*/ 108938 w 750073"/>
              <a:gd name="connsiteY115" fmla="*/ 2422207 h 2498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750073" h="2498461">
                <a:moveTo>
                  <a:pt x="412785" y="684847"/>
                </a:moveTo>
                <a:cubicBezTo>
                  <a:pt x="441360" y="715327"/>
                  <a:pt x="438503" y="722947"/>
                  <a:pt x="433740" y="744855"/>
                </a:cubicBezTo>
                <a:cubicBezTo>
                  <a:pt x="448980" y="741997"/>
                  <a:pt x="454695" y="711517"/>
                  <a:pt x="437550" y="699135"/>
                </a:cubicBezTo>
                <a:lnTo>
                  <a:pt x="412785" y="684847"/>
                </a:lnTo>
                <a:lnTo>
                  <a:pt x="412785" y="684847"/>
                </a:lnTo>
                <a:lnTo>
                  <a:pt x="412785" y="684847"/>
                </a:lnTo>
                <a:close/>
                <a:moveTo>
                  <a:pt x="439455" y="2425065"/>
                </a:moveTo>
                <a:cubicBezTo>
                  <a:pt x="420405" y="2414587"/>
                  <a:pt x="434693" y="2377440"/>
                  <a:pt x="435645" y="2358390"/>
                </a:cubicBezTo>
                <a:cubicBezTo>
                  <a:pt x="438503" y="2348865"/>
                  <a:pt x="423263" y="2337435"/>
                  <a:pt x="428978" y="2328862"/>
                </a:cubicBezTo>
                <a:cubicBezTo>
                  <a:pt x="448980" y="2302192"/>
                  <a:pt x="409928" y="2278380"/>
                  <a:pt x="440408" y="2257425"/>
                </a:cubicBezTo>
                <a:cubicBezTo>
                  <a:pt x="449933" y="2247900"/>
                  <a:pt x="422310" y="2235517"/>
                  <a:pt x="421358" y="2197417"/>
                </a:cubicBezTo>
                <a:cubicBezTo>
                  <a:pt x="426120" y="2133600"/>
                  <a:pt x="410880" y="1971675"/>
                  <a:pt x="421358" y="1919287"/>
                </a:cubicBezTo>
                <a:cubicBezTo>
                  <a:pt x="431835" y="1868805"/>
                  <a:pt x="437550" y="1804987"/>
                  <a:pt x="452790" y="1766887"/>
                </a:cubicBezTo>
                <a:cubicBezTo>
                  <a:pt x="457553" y="1747837"/>
                  <a:pt x="440408" y="1742122"/>
                  <a:pt x="438503" y="1723072"/>
                </a:cubicBezTo>
                <a:cubicBezTo>
                  <a:pt x="437550" y="1706880"/>
                  <a:pt x="462315" y="1700212"/>
                  <a:pt x="448028" y="1686877"/>
                </a:cubicBezTo>
                <a:cubicBezTo>
                  <a:pt x="432788" y="1663065"/>
                  <a:pt x="458505" y="1627822"/>
                  <a:pt x="446123" y="1610677"/>
                </a:cubicBezTo>
                <a:cubicBezTo>
                  <a:pt x="417548" y="1566862"/>
                  <a:pt x="438503" y="1465897"/>
                  <a:pt x="398498" y="1469707"/>
                </a:cubicBezTo>
                <a:cubicBezTo>
                  <a:pt x="371828" y="1471612"/>
                  <a:pt x="367065" y="1616392"/>
                  <a:pt x="320393" y="1752600"/>
                </a:cubicBezTo>
                <a:cubicBezTo>
                  <a:pt x="311820" y="1771650"/>
                  <a:pt x="323250" y="1784032"/>
                  <a:pt x="319440" y="1802130"/>
                </a:cubicBezTo>
                <a:cubicBezTo>
                  <a:pt x="310868" y="1820227"/>
                  <a:pt x="297533" y="1821180"/>
                  <a:pt x="294675" y="1835467"/>
                </a:cubicBezTo>
                <a:cubicBezTo>
                  <a:pt x="288960" y="1843087"/>
                  <a:pt x="291818" y="1847850"/>
                  <a:pt x="297533" y="1860232"/>
                </a:cubicBezTo>
                <a:cubicBezTo>
                  <a:pt x="301343" y="1872615"/>
                  <a:pt x="277530" y="1880235"/>
                  <a:pt x="280388" y="1897380"/>
                </a:cubicBezTo>
                <a:cubicBezTo>
                  <a:pt x="288008" y="1958340"/>
                  <a:pt x="261338" y="2092642"/>
                  <a:pt x="239430" y="2160270"/>
                </a:cubicBezTo>
                <a:cubicBezTo>
                  <a:pt x="231810" y="2178367"/>
                  <a:pt x="252765" y="2236470"/>
                  <a:pt x="244193" y="2273617"/>
                </a:cubicBezTo>
                <a:cubicBezTo>
                  <a:pt x="227048" y="2307907"/>
                  <a:pt x="224190" y="2346007"/>
                  <a:pt x="228953" y="2368867"/>
                </a:cubicBezTo>
                <a:cubicBezTo>
                  <a:pt x="265148" y="2412682"/>
                  <a:pt x="270863" y="2418397"/>
                  <a:pt x="318488" y="2458402"/>
                </a:cubicBezTo>
                <a:moveTo>
                  <a:pt x="741398" y="2486977"/>
                </a:moveTo>
                <a:cubicBezTo>
                  <a:pt x="718538" y="2495550"/>
                  <a:pt x="650910" y="2489835"/>
                  <a:pt x="593760" y="2483167"/>
                </a:cubicBezTo>
                <a:cubicBezTo>
                  <a:pt x="532800" y="2473642"/>
                  <a:pt x="499463" y="2450782"/>
                  <a:pt x="439455" y="2425065"/>
                </a:cubicBezTo>
                <a:moveTo>
                  <a:pt x="108938" y="2421255"/>
                </a:moveTo>
                <a:cubicBezTo>
                  <a:pt x="106080" y="2404110"/>
                  <a:pt x="136560" y="2374582"/>
                  <a:pt x="130845" y="2358390"/>
                </a:cubicBezTo>
                <a:cubicBezTo>
                  <a:pt x="118463" y="2330767"/>
                  <a:pt x="118463" y="2314575"/>
                  <a:pt x="106080" y="2281237"/>
                </a:cubicBezTo>
                <a:cubicBezTo>
                  <a:pt x="98460" y="2246947"/>
                  <a:pt x="127035" y="2159317"/>
                  <a:pt x="118463" y="2125980"/>
                </a:cubicBezTo>
                <a:cubicBezTo>
                  <a:pt x="96555" y="2035492"/>
                  <a:pt x="102270" y="1866900"/>
                  <a:pt x="145133" y="1771650"/>
                </a:cubicBezTo>
                <a:cubicBezTo>
                  <a:pt x="153705" y="1757362"/>
                  <a:pt x="136560" y="1736407"/>
                  <a:pt x="156563" y="1721167"/>
                </a:cubicBezTo>
                <a:cubicBezTo>
                  <a:pt x="170850" y="1712595"/>
                  <a:pt x="141323" y="1682115"/>
                  <a:pt x="161325" y="1656397"/>
                </a:cubicBezTo>
                <a:cubicBezTo>
                  <a:pt x="167993" y="1649730"/>
                  <a:pt x="142275" y="1634490"/>
                  <a:pt x="158468" y="1599247"/>
                </a:cubicBezTo>
                <a:cubicBezTo>
                  <a:pt x="162278" y="1578292"/>
                  <a:pt x="124178" y="1539240"/>
                  <a:pt x="137513" y="1461135"/>
                </a:cubicBezTo>
                <a:cubicBezTo>
                  <a:pt x="140370" y="1443037"/>
                  <a:pt x="96555" y="1443037"/>
                  <a:pt x="117510" y="1376362"/>
                </a:cubicBezTo>
                <a:cubicBezTo>
                  <a:pt x="125130" y="1342072"/>
                  <a:pt x="74648" y="1355407"/>
                  <a:pt x="70838" y="1317307"/>
                </a:cubicBezTo>
                <a:cubicBezTo>
                  <a:pt x="74648" y="1256347"/>
                  <a:pt x="94650" y="1087755"/>
                  <a:pt x="107985" y="987742"/>
                </a:cubicBezTo>
                <a:lnTo>
                  <a:pt x="112748" y="957262"/>
                </a:lnTo>
                <a:lnTo>
                  <a:pt x="112748" y="952500"/>
                </a:lnTo>
                <a:lnTo>
                  <a:pt x="101318" y="935355"/>
                </a:lnTo>
                <a:lnTo>
                  <a:pt x="112748" y="880110"/>
                </a:lnTo>
                <a:lnTo>
                  <a:pt x="84173" y="822960"/>
                </a:lnTo>
                <a:cubicBezTo>
                  <a:pt x="79410" y="808672"/>
                  <a:pt x="77505" y="804862"/>
                  <a:pt x="69885" y="785812"/>
                </a:cubicBezTo>
                <a:cubicBezTo>
                  <a:pt x="70838" y="768667"/>
                  <a:pt x="67980" y="768667"/>
                  <a:pt x="73695" y="747712"/>
                </a:cubicBezTo>
                <a:lnTo>
                  <a:pt x="61313" y="739140"/>
                </a:lnTo>
                <a:cubicBezTo>
                  <a:pt x="57503" y="721995"/>
                  <a:pt x="62265" y="715327"/>
                  <a:pt x="48930" y="682942"/>
                </a:cubicBezTo>
                <a:cubicBezTo>
                  <a:pt x="38453" y="660082"/>
                  <a:pt x="24165" y="640080"/>
                  <a:pt x="12735" y="598170"/>
                </a:cubicBezTo>
                <a:cubicBezTo>
                  <a:pt x="4163" y="565785"/>
                  <a:pt x="12735" y="551497"/>
                  <a:pt x="2258" y="515302"/>
                </a:cubicBezTo>
                <a:cubicBezTo>
                  <a:pt x="2258" y="468630"/>
                  <a:pt x="-9172" y="466725"/>
                  <a:pt x="19403" y="411480"/>
                </a:cubicBezTo>
                <a:cubicBezTo>
                  <a:pt x="45120" y="386715"/>
                  <a:pt x="103223" y="366712"/>
                  <a:pt x="152753" y="353377"/>
                </a:cubicBezTo>
                <a:cubicBezTo>
                  <a:pt x="190853" y="343852"/>
                  <a:pt x="214665" y="289560"/>
                  <a:pt x="222285" y="291465"/>
                </a:cubicBezTo>
                <a:cubicBezTo>
                  <a:pt x="223238" y="291465"/>
                  <a:pt x="223238" y="292417"/>
                  <a:pt x="224190" y="292417"/>
                </a:cubicBezTo>
                <a:cubicBezTo>
                  <a:pt x="218475" y="308610"/>
                  <a:pt x="293723" y="390525"/>
                  <a:pt x="342300" y="444817"/>
                </a:cubicBezTo>
                <a:cubicBezTo>
                  <a:pt x="336585" y="429577"/>
                  <a:pt x="336585" y="425767"/>
                  <a:pt x="307058" y="403860"/>
                </a:cubicBezTo>
                <a:lnTo>
                  <a:pt x="354683" y="360997"/>
                </a:lnTo>
                <a:lnTo>
                  <a:pt x="357540" y="360997"/>
                </a:lnTo>
                <a:cubicBezTo>
                  <a:pt x="348968" y="355282"/>
                  <a:pt x="340395" y="352425"/>
                  <a:pt x="332775" y="348615"/>
                </a:cubicBezTo>
                <a:cubicBezTo>
                  <a:pt x="313725" y="349567"/>
                  <a:pt x="304200" y="359092"/>
                  <a:pt x="267053" y="320040"/>
                </a:cubicBezTo>
                <a:cubicBezTo>
                  <a:pt x="254670" y="307657"/>
                  <a:pt x="243240" y="299085"/>
                  <a:pt x="232763" y="281940"/>
                </a:cubicBezTo>
                <a:cubicBezTo>
                  <a:pt x="219428" y="262890"/>
                  <a:pt x="217523" y="240030"/>
                  <a:pt x="209903" y="219075"/>
                </a:cubicBezTo>
                <a:cubicBezTo>
                  <a:pt x="205140" y="221932"/>
                  <a:pt x="201330" y="227647"/>
                  <a:pt x="195615" y="228600"/>
                </a:cubicBezTo>
                <a:cubicBezTo>
                  <a:pt x="186090" y="229552"/>
                  <a:pt x="170850" y="191452"/>
                  <a:pt x="168945" y="163830"/>
                </a:cubicBezTo>
                <a:cubicBezTo>
                  <a:pt x="167993" y="143827"/>
                  <a:pt x="176565" y="148590"/>
                  <a:pt x="185138" y="148590"/>
                </a:cubicBezTo>
                <a:cubicBezTo>
                  <a:pt x="168945" y="65722"/>
                  <a:pt x="211808" y="4762"/>
                  <a:pt x="304200" y="0"/>
                </a:cubicBezTo>
                <a:lnTo>
                  <a:pt x="304200" y="0"/>
                </a:lnTo>
                <a:cubicBezTo>
                  <a:pt x="424215" y="1905"/>
                  <a:pt x="426120" y="79057"/>
                  <a:pt x="436598" y="130492"/>
                </a:cubicBezTo>
                <a:cubicBezTo>
                  <a:pt x="462315" y="119062"/>
                  <a:pt x="445170" y="181927"/>
                  <a:pt x="443265" y="194310"/>
                </a:cubicBezTo>
                <a:cubicBezTo>
                  <a:pt x="436598" y="216217"/>
                  <a:pt x="431835" y="212407"/>
                  <a:pt x="424215" y="209550"/>
                </a:cubicBezTo>
                <a:cubicBezTo>
                  <a:pt x="422310" y="247650"/>
                  <a:pt x="424459" y="276800"/>
                  <a:pt x="404456" y="300612"/>
                </a:cubicBezTo>
                <a:cubicBezTo>
                  <a:pt x="393979" y="325694"/>
                  <a:pt x="359128" y="340201"/>
                  <a:pt x="361350" y="360045"/>
                </a:cubicBezTo>
                <a:cubicBezTo>
                  <a:pt x="384210" y="361950"/>
                  <a:pt x="389925" y="394335"/>
                  <a:pt x="405165" y="409575"/>
                </a:cubicBezTo>
                <a:cubicBezTo>
                  <a:pt x="405165" y="410527"/>
                  <a:pt x="406118" y="411480"/>
                  <a:pt x="406118" y="413385"/>
                </a:cubicBezTo>
                <a:lnTo>
                  <a:pt x="388973" y="412432"/>
                </a:lnTo>
                <a:lnTo>
                  <a:pt x="411833" y="454342"/>
                </a:lnTo>
                <a:cubicBezTo>
                  <a:pt x="408023" y="439102"/>
                  <a:pt x="408975" y="427672"/>
                  <a:pt x="405165" y="413385"/>
                </a:cubicBezTo>
                <a:lnTo>
                  <a:pt x="391830" y="379095"/>
                </a:lnTo>
                <a:lnTo>
                  <a:pt x="430750" y="383103"/>
                </a:lnTo>
                <a:cubicBezTo>
                  <a:pt x="478375" y="403106"/>
                  <a:pt x="498510" y="387667"/>
                  <a:pt x="547088" y="403860"/>
                </a:cubicBezTo>
                <a:cubicBezTo>
                  <a:pt x="561375" y="410527"/>
                  <a:pt x="580425" y="408622"/>
                  <a:pt x="589950" y="422910"/>
                </a:cubicBezTo>
                <a:cubicBezTo>
                  <a:pt x="606143" y="439102"/>
                  <a:pt x="607095" y="478155"/>
                  <a:pt x="612810" y="493395"/>
                </a:cubicBezTo>
                <a:cubicBezTo>
                  <a:pt x="622335" y="506730"/>
                  <a:pt x="623288" y="506730"/>
                  <a:pt x="628050" y="512445"/>
                </a:cubicBezTo>
                <a:cubicBezTo>
                  <a:pt x="628050" y="521970"/>
                  <a:pt x="628050" y="531495"/>
                  <a:pt x="627098" y="541972"/>
                </a:cubicBezTo>
                <a:cubicBezTo>
                  <a:pt x="633765" y="552450"/>
                  <a:pt x="629003" y="546735"/>
                  <a:pt x="636623" y="553402"/>
                </a:cubicBezTo>
                <a:lnTo>
                  <a:pt x="633765" y="565785"/>
                </a:lnTo>
                <a:cubicBezTo>
                  <a:pt x="639480" y="568642"/>
                  <a:pt x="641385" y="565785"/>
                  <a:pt x="648053" y="573405"/>
                </a:cubicBezTo>
                <a:cubicBezTo>
                  <a:pt x="652815" y="581025"/>
                  <a:pt x="647100" y="589597"/>
                  <a:pt x="647100" y="597217"/>
                </a:cubicBezTo>
                <a:cubicBezTo>
                  <a:pt x="664245" y="604837"/>
                  <a:pt x="692820" y="655320"/>
                  <a:pt x="709965" y="691515"/>
                </a:cubicBezTo>
                <a:lnTo>
                  <a:pt x="736635" y="706755"/>
                </a:lnTo>
                <a:cubicBezTo>
                  <a:pt x="745208" y="733425"/>
                  <a:pt x="750923" y="744855"/>
                  <a:pt x="749970" y="783907"/>
                </a:cubicBezTo>
                <a:cubicBezTo>
                  <a:pt x="732825" y="822960"/>
                  <a:pt x="729968" y="847725"/>
                  <a:pt x="670913" y="860107"/>
                </a:cubicBezTo>
                <a:lnTo>
                  <a:pt x="596618" y="861060"/>
                </a:lnTo>
                <a:cubicBezTo>
                  <a:pt x="583283" y="858202"/>
                  <a:pt x="588045" y="859155"/>
                  <a:pt x="577568" y="849630"/>
                </a:cubicBezTo>
                <a:lnTo>
                  <a:pt x="573758" y="878205"/>
                </a:lnTo>
                <a:lnTo>
                  <a:pt x="579473" y="944880"/>
                </a:lnTo>
                <a:cubicBezTo>
                  <a:pt x="594713" y="1013460"/>
                  <a:pt x="663293" y="1202055"/>
                  <a:pt x="698535" y="1316355"/>
                </a:cubicBezTo>
                <a:cubicBezTo>
                  <a:pt x="707108" y="1343025"/>
                  <a:pt x="668055" y="1327785"/>
                  <a:pt x="635670" y="1348740"/>
                </a:cubicBezTo>
                <a:cubicBezTo>
                  <a:pt x="647100" y="1411605"/>
                  <a:pt x="642338" y="1436370"/>
                  <a:pt x="642338" y="1503045"/>
                </a:cubicBezTo>
                <a:cubicBezTo>
                  <a:pt x="642338" y="1561147"/>
                  <a:pt x="645195" y="1609725"/>
                  <a:pt x="637575" y="1649730"/>
                </a:cubicBezTo>
                <a:cubicBezTo>
                  <a:pt x="625193" y="1667827"/>
                  <a:pt x="641385" y="1713547"/>
                  <a:pt x="630908" y="1748790"/>
                </a:cubicBezTo>
                <a:cubicBezTo>
                  <a:pt x="617573" y="1784985"/>
                  <a:pt x="613763" y="1787842"/>
                  <a:pt x="608048" y="1826895"/>
                </a:cubicBezTo>
                <a:cubicBezTo>
                  <a:pt x="606143" y="1837372"/>
                  <a:pt x="582330" y="1843087"/>
                  <a:pt x="586140" y="1853565"/>
                </a:cubicBezTo>
                <a:cubicBezTo>
                  <a:pt x="605190" y="1889760"/>
                  <a:pt x="578520" y="1894522"/>
                  <a:pt x="582330" y="1909762"/>
                </a:cubicBezTo>
                <a:cubicBezTo>
                  <a:pt x="589950" y="1950720"/>
                  <a:pt x="570900" y="2025967"/>
                  <a:pt x="565185" y="2065972"/>
                </a:cubicBezTo>
                <a:cubicBezTo>
                  <a:pt x="554708" y="2108835"/>
                  <a:pt x="551850" y="2133600"/>
                  <a:pt x="557565" y="2159317"/>
                </a:cubicBezTo>
                <a:cubicBezTo>
                  <a:pt x="569948" y="2185035"/>
                  <a:pt x="571853" y="2205037"/>
                  <a:pt x="561375" y="2228850"/>
                </a:cubicBezTo>
                <a:cubicBezTo>
                  <a:pt x="553755" y="2245042"/>
                  <a:pt x="556613" y="2254567"/>
                  <a:pt x="574710" y="2263140"/>
                </a:cubicBezTo>
                <a:cubicBezTo>
                  <a:pt x="583283" y="2269807"/>
                  <a:pt x="592808" y="2273617"/>
                  <a:pt x="567090" y="2307907"/>
                </a:cubicBezTo>
                <a:cubicBezTo>
                  <a:pt x="550898" y="2330767"/>
                  <a:pt x="649005" y="2381250"/>
                  <a:pt x="734730" y="2434590"/>
                </a:cubicBezTo>
                <a:cubicBezTo>
                  <a:pt x="749970" y="2446020"/>
                  <a:pt x="754733" y="2475547"/>
                  <a:pt x="740445" y="2486977"/>
                </a:cubicBezTo>
                <a:moveTo>
                  <a:pt x="319440" y="2458402"/>
                </a:moveTo>
                <a:cubicBezTo>
                  <a:pt x="356588" y="2486977"/>
                  <a:pt x="311820" y="2506027"/>
                  <a:pt x="213713" y="2495550"/>
                </a:cubicBezTo>
                <a:cubicBezTo>
                  <a:pt x="166088" y="2479357"/>
                  <a:pt x="120368" y="2465070"/>
                  <a:pt x="108938" y="2422207"/>
                </a:cubicBezTo>
              </a:path>
            </a:pathLst>
          </a:custGeom>
          <a:noFill/>
          <a:ln w="25400" cap="flat">
            <a:solidFill>
              <a:srgbClr val="FF3399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428B305-ED7A-4154-B9BF-09EED7158A52}"/>
              </a:ext>
            </a:extLst>
          </p:cNvPr>
          <p:cNvSpPr/>
          <p:nvPr userDrawn="1"/>
        </p:nvSpPr>
        <p:spPr>
          <a:xfrm>
            <a:off x="-1" y="6581545"/>
            <a:ext cx="12192000" cy="45719"/>
          </a:xfrm>
          <a:prstGeom prst="rect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5E723C45-DC9B-4D6B-968F-B04B2870D3F0}"/>
              </a:ext>
            </a:extLst>
          </p:cNvPr>
          <p:cNvSpPr/>
          <p:nvPr userDrawn="1"/>
        </p:nvSpPr>
        <p:spPr>
          <a:xfrm rot="10800000">
            <a:off x="5954683" y="195176"/>
            <a:ext cx="282633" cy="266007"/>
          </a:xfrm>
          <a:prstGeom prst="triangle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6A07A7-A9D2-459D-97B1-D4DBF5ED3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00"/>
            <a:ext cx="10515600" cy="1325563"/>
          </a:xfrm>
        </p:spPr>
        <p:txBody>
          <a:bodyPr/>
          <a:lstStyle>
            <a:lvl1pPr>
              <a:defRPr>
                <a:latin typeface="Anton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62E7A-8173-4C9F-8916-5431BFAEC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43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156C34A-9804-424D-8DA9-02CF4B16B879}"/>
              </a:ext>
            </a:extLst>
          </p:cNvPr>
          <p:cNvSpPr/>
          <p:nvPr userDrawn="1"/>
        </p:nvSpPr>
        <p:spPr>
          <a:xfrm>
            <a:off x="0" y="0"/>
            <a:ext cx="12192000" cy="196938"/>
          </a:xfrm>
          <a:prstGeom prst="rect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0217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428B305-ED7A-4154-B9BF-09EED7158A52}"/>
              </a:ext>
            </a:extLst>
          </p:cNvPr>
          <p:cNvSpPr/>
          <p:nvPr userDrawn="1"/>
        </p:nvSpPr>
        <p:spPr>
          <a:xfrm>
            <a:off x="1645920" y="6429982"/>
            <a:ext cx="10119360" cy="45719"/>
          </a:xfrm>
          <a:prstGeom prst="rect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6A07A7-A9D2-459D-97B1-D4DBF5ED3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0" y="348500"/>
            <a:ext cx="10119360" cy="1325563"/>
          </a:xfrm>
        </p:spPr>
        <p:txBody>
          <a:bodyPr/>
          <a:lstStyle>
            <a:lvl1pPr>
              <a:defRPr>
                <a:latin typeface="Anton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62E7A-8173-4C9F-8916-5431BFAEC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19" y="1825625"/>
            <a:ext cx="10119361" cy="4633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BDF48289-78DF-4FFB-9728-379A5EE3C311}"/>
              </a:ext>
            </a:extLst>
          </p:cNvPr>
          <p:cNvSpPr/>
          <p:nvPr userDrawn="1"/>
        </p:nvSpPr>
        <p:spPr>
          <a:xfrm rot="2869724" flipH="1">
            <a:off x="-909224" y="2714876"/>
            <a:ext cx="3893066" cy="3367736"/>
          </a:xfrm>
          <a:custGeom>
            <a:avLst/>
            <a:gdLst>
              <a:gd name="connsiteX0" fmla="*/ 3953474 w 3952875"/>
              <a:gd name="connsiteY0" fmla="*/ 419576 h 3419475"/>
              <a:gd name="connsiteX1" fmla="*/ 3905849 w 3952875"/>
              <a:gd name="connsiteY1" fmla="*/ 547211 h 3419475"/>
              <a:gd name="connsiteX2" fmla="*/ 3792502 w 3952875"/>
              <a:gd name="connsiteY2" fmla="*/ 660559 h 3419475"/>
              <a:gd name="connsiteX3" fmla="*/ 3790597 w 3952875"/>
              <a:gd name="connsiteY3" fmla="*/ 681514 h 3419475"/>
              <a:gd name="connsiteX4" fmla="*/ 3926804 w 3952875"/>
              <a:gd name="connsiteY4" fmla="*/ 951071 h 3419475"/>
              <a:gd name="connsiteX5" fmla="*/ 3666772 w 3952875"/>
              <a:gd name="connsiteY5" fmla="*/ 1351121 h 3419475"/>
              <a:gd name="connsiteX6" fmla="*/ 3287677 w 3952875"/>
              <a:gd name="connsiteY6" fmla="*/ 1288256 h 3419475"/>
              <a:gd name="connsiteX7" fmla="*/ 3139087 w 3952875"/>
              <a:gd name="connsiteY7" fmla="*/ 980599 h 3419475"/>
              <a:gd name="connsiteX8" fmla="*/ 3139087 w 3952875"/>
              <a:gd name="connsiteY8" fmla="*/ 971074 h 3419475"/>
              <a:gd name="connsiteX9" fmla="*/ 3138134 w 3952875"/>
              <a:gd name="connsiteY9" fmla="*/ 968216 h 3419475"/>
              <a:gd name="connsiteX10" fmla="*/ 3120989 w 3952875"/>
              <a:gd name="connsiteY10" fmla="*/ 1003459 h 3419475"/>
              <a:gd name="connsiteX11" fmla="*/ 3085747 w 3952875"/>
              <a:gd name="connsiteY11" fmla="*/ 1100614 h 3419475"/>
              <a:gd name="connsiteX12" fmla="*/ 3064792 w 3952875"/>
              <a:gd name="connsiteY12" fmla="*/ 1115854 h 3419475"/>
              <a:gd name="connsiteX13" fmla="*/ 2966684 w 3952875"/>
              <a:gd name="connsiteY13" fmla="*/ 1120616 h 3419475"/>
              <a:gd name="connsiteX14" fmla="*/ 2990497 w 3952875"/>
              <a:gd name="connsiteY14" fmla="*/ 1170146 h 3419475"/>
              <a:gd name="connsiteX15" fmla="*/ 2941919 w 3952875"/>
              <a:gd name="connsiteY15" fmla="*/ 1277779 h 3419475"/>
              <a:gd name="connsiteX16" fmla="*/ 2824762 w 3952875"/>
              <a:gd name="connsiteY16" fmla="*/ 1266349 h 3419475"/>
              <a:gd name="connsiteX17" fmla="*/ 2794282 w 3952875"/>
              <a:gd name="connsiteY17" fmla="*/ 1266349 h 3419475"/>
              <a:gd name="connsiteX18" fmla="*/ 2549489 w 3952875"/>
              <a:gd name="connsiteY18" fmla="*/ 1492091 h 3419475"/>
              <a:gd name="connsiteX19" fmla="*/ 2170394 w 3952875"/>
              <a:gd name="connsiteY19" fmla="*/ 1841659 h 3419475"/>
              <a:gd name="connsiteX20" fmla="*/ 1886549 w 3952875"/>
              <a:gd name="connsiteY20" fmla="*/ 2103596 h 3419475"/>
              <a:gd name="connsiteX21" fmla="*/ 1505549 w 3952875"/>
              <a:gd name="connsiteY21" fmla="*/ 2454116 h 3419475"/>
              <a:gd name="connsiteX22" fmla="*/ 1221704 w 3952875"/>
              <a:gd name="connsiteY22" fmla="*/ 2716054 h 3419475"/>
              <a:gd name="connsiteX23" fmla="*/ 839752 w 3952875"/>
              <a:gd name="connsiteY23" fmla="*/ 3067526 h 3419475"/>
              <a:gd name="connsiteX24" fmla="*/ 621629 w 3952875"/>
              <a:gd name="connsiteY24" fmla="*/ 3269456 h 3419475"/>
              <a:gd name="connsiteX25" fmla="*/ 592102 w 3952875"/>
              <a:gd name="connsiteY25" fmla="*/ 3268504 h 3419475"/>
              <a:gd name="connsiteX26" fmla="*/ 572099 w 3952875"/>
              <a:gd name="connsiteY26" fmla="*/ 3254216 h 3419475"/>
              <a:gd name="connsiteX27" fmla="*/ 563527 w 3952875"/>
              <a:gd name="connsiteY27" fmla="*/ 3281839 h 3419475"/>
              <a:gd name="connsiteX28" fmla="*/ 458752 w 3952875"/>
              <a:gd name="connsiteY28" fmla="*/ 3411379 h 3419475"/>
              <a:gd name="connsiteX29" fmla="*/ 316829 w 3952875"/>
              <a:gd name="connsiteY29" fmla="*/ 3314224 h 3419475"/>
              <a:gd name="connsiteX30" fmla="*/ 461609 w 3952875"/>
              <a:gd name="connsiteY30" fmla="*/ 3164681 h 3419475"/>
              <a:gd name="connsiteX31" fmla="*/ 476849 w 3952875"/>
              <a:gd name="connsiteY31" fmla="*/ 3164681 h 3419475"/>
              <a:gd name="connsiteX32" fmla="*/ 479707 w 3952875"/>
              <a:gd name="connsiteY32" fmla="*/ 3146584 h 3419475"/>
              <a:gd name="connsiteX33" fmla="*/ 481612 w 3952875"/>
              <a:gd name="connsiteY33" fmla="*/ 3098006 h 3419475"/>
              <a:gd name="connsiteX34" fmla="*/ 644489 w 3952875"/>
              <a:gd name="connsiteY34" fmla="*/ 2950369 h 3419475"/>
              <a:gd name="connsiteX35" fmla="*/ 645442 w 3952875"/>
              <a:gd name="connsiteY35" fmla="*/ 2923699 h 3419475"/>
              <a:gd name="connsiteX36" fmla="*/ 614962 w 3952875"/>
              <a:gd name="connsiteY36" fmla="*/ 2890361 h 3419475"/>
              <a:gd name="connsiteX37" fmla="*/ 590197 w 3952875"/>
              <a:gd name="connsiteY37" fmla="*/ 2889409 h 3419475"/>
              <a:gd name="connsiteX38" fmla="*/ 465419 w 3952875"/>
              <a:gd name="connsiteY38" fmla="*/ 3003709 h 3419475"/>
              <a:gd name="connsiteX39" fmla="*/ 401602 w 3952875"/>
              <a:gd name="connsiteY39" fmla="*/ 3061811 h 3419475"/>
              <a:gd name="connsiteX40" fmla="*/ 382552 w 3952875"/>
              <a:gd name="connsiteY40" fmla="*/ 3060859 h 3419475"/>
              <a:gd name="connsiteX41" fmla="*/ 302542 w 3952875"/>
              <a:gd name="connsiteY41" fmla="*/ 2973229 h 3419475"/>
              <a:gd name="connsiteX42" fmla="*/ 299684 w 3952875"/>
              <a:gd name="connsiteY42" fmla="*/ 2953226 h 3419475"/>
              <a:gd name="connsiteX43" fmla="*/ 327307 w 3952875"/>
              <a:gd name="connsiteY43" fmla="*/ 2903696 h 3419475"/>
              <a:gd name="connsiteX44" fmla="*/ 325402 w 3952875"/>
              <a:gd name="connsiteY44" fmla="*/ 2884646 h 3419475"/>
              <a:gd name="connsiteX45" fmla="*/ 260632 w 3952875"/>
              <a:gd name="connsiteY45" fmla="*/ 2868454 h 3419475"/>
              <a:gd name="connsiteX46" fmla="*/ 192052 w 3952875"/>
              <a:gd name="connsiteY46" fmla="*/ 2854166 h 3419475"/>
              <a:gd name="connsiteX47" fmla="*/ 14887 w 3952875"/>
              <a:gd name="connsiteY47" fmla="*/ 2661761 h 3419475"/>
              <a:gd name="connsiteX48" fmla="*/ 15839 w 3952875"/>
              <a:gd name="connsiteY48" fmla="*/ 2631281 h 3419475"/>
              <a:gd name="connsiteX49" fmla="*/ 174907 w 3952875"/>
              <a:gd name="connsiteY49" fmla="*/ 2485549 h 3419475"/>
              <a:gd name="connsiteX50" fmla="*/ 198719 w 3952875"/>
              <a:gd name="connsiteY50" fmla="*/ 2486501 h 3419475"/>
              <a:gd name="connsiteX51" fmla="*/ 335879 w 3952875"/>
              <a:gd name="connsiteY51" fmla="*/ 2636996 h 3419475"/>
              <a:gd name="connsiteX52" fmla="*/ 354929 w 3952875"/>
              <a:gd name="connsiteY52" fmla="*/ 2637949 h 3419475"/>
              <a:gd name="connsiteX53" fmla="*/ 418747 w 3952875"/>
              <a:gd name="connsiteY53" fmla="*/ 2579846 h 3419475"/>
              <a:gd name="connsiteX54" fmla="*/ 419699 w 3952875"/>
              <a:gd name="connsiteY54" fmla="*/ 2563654 h 3419475"/>
              <a:gd name="connsiteX55" fmla="*/ 280634 w 3952875"/>
              <a:gd name="connsiteY55" fmla="*/ 2413159 h 3419475"/>
              <a:gd name="connsiteX56" fmla="*/ 280634 w 3952875"/>
              <a:gd name="connsiteY56" fmla="*/ 2388394 h 3419475"/>
              <a:gd name="connsiteX57" fmla="*/ 408269 w 3952875"/>
              <a:gd name="connsiteY57" fmla="*/ 2272189 h 3419475"/>
              <a:gd name="connsiteX58" fmla="*/ 429224 w 3952875"/>
              <a:gd name="connsiteY58" fmla="*/ 2273141 h 3419475"/>
              <a:gd name="connsiteX59" fmla="*/ 567337 w 3952875"/>
              <a:gd name="connsiteY59" fmla="*/ 2424589 h 3419475"/>
              <a:gd name="connsiteX60" fmla="*/ 587339 w 3952875"/>
              <a:gd name="connsiteY60" fmla="*/ 2425541 h 3419475"/>
              <a:gd name="connsiteX61" fmla="*/ 651157 w 3952875"/>
              <a:gd name="connsiteY61" fmla="*/ 2367439 h 3419475"/>
              <a:gd name="connsiteX62" fmla="*/ 651157 w 3952875"/>
              <a:gd name="connsiteY62" fmla="*/ 2351246 h 3419475"/>
              <a:gd name="connsiteX63" fmla="*/ 512092 w 3952875"/>
              <a:gd name="connsiteY63" fmla="*/ 2200751 h 3419475"/>
              <a:gd name="connsiteX64" fmla="*/ 513044 w 3952875"/>
              <a:gd name="connsiteY64" fmla="*/ 2176939 h 3419475"/>
              <a:gd name="connsiteX65" fmla="*/ 674017 w 3952875"/>
              <a:gd name="connsiteY65" fmla="*/ 2029301 h 3419475"/>
              <a:gd name="connsiteX66" fmla="*/ 698782 w 3952875"/>
              <a:gd name="connsiteY66" fmla="*/ 2030254 h 3419475"/>
              <a:gd name="connsiteX67" fmla="*/ 895949 w 3952875"/>
              <a:gd name="connsiteY67" fmla="*/ 2244566 h 3419475"/>
              <a:gd name="connsiteX68" fmla="*/ 899759 w 3952875"/>
              <a:gd name="connsiteY68" fmla="*/ 2275046 h 3419475"/>
              <a:gd name="connsiteX69" fmla="*/ 874994 w 3952875"/>
              <a:gd name="connsiteY69" fmla="*/ 2317909 h 3419475"/>
              <a:gd name="connsiteX70" fmla="*/ 876899 w 3952875"/>
              <a:gd name="connsiteY70" fmla="*/ 2339816 h 3419475"/>
              <a:gd name="connsiteX71" fmla="*/ 941669 w 3952875"/>
              <a:gd name="connsiteY71" fmla="*/ 2354104 h 3419475"/>
              <a:gd name="connsiteX72" fmla="*/ 1009297 w 3952875"/>
              <a:gd name="connsiteY72" fmla="*/ 2368391 h 3419475"/>
              <a:gd name="connsiteX73" fmla="*/ 1069304 w 3952875"/>
              <a:gd name="connsiteY73" fmla="*/ 2433161 h 3419475"/>
              <a:gd name="connsiteX74" fmla="*/ 1068352 w 3952875"/>
              <a:gd name="connsiteY74" fmla="*/ 2453164 h 3419475"/>
              <a:gd name="connsiteX75" fmla="*/ 889282 w 3952875"/>
              <a:gd name="connsiteY75" fmla="*/ 2617946 h 3419475"/>
              <a:gd name="connsiteX76" fmla="*/ 875947 w 3952875"/>
              <a:gd name="connsiteY76" fmla="*/ 2630329 h 3419475"/>
              <a:gd name="connsiteX77" fmla="*/ 875947 w 3952875"/>
              <a:gd name="connsiteY77" fmla="*/ 2645569 h 3419475"/>
              <a:gd name="connsiteX78" fmla="*/ 915952 w 3952875"/>
              <a:gd name="connsiteY78" fmla="*/ 2688431 h 3419475"/>
              <a:gd name="connsiteX79" fmla="*/ 932144 w 3952875"/>
              <a:gd name="connsiteY79" fmla="*/ 2689384 h 3419475"/>
              <a:gd name="connsiteX80" fmla="*/ 1186462 w 3952875"/>
              <a:gd name="connsiteY80" fmla="*/ 2456974 h 3419475"/>
              <a:gd name="connsiteX81" fmla="*/ 1533172 w 3952875"/>
              <a:gd name="connsiteY81" fmla="*/ 2140744 h 3419475"/>
              <a:gd name="connsiteX82" fmla="*/ 1787489 w 3952875"/>
              <a:gd name="connsiteY82" fmla="*/ 1908334 h 3419475"/>
              <a:gd name="connsiteX83" fmla="*/ 2137057 w 3952875"/>
              <a:gd name="connsiteY83" fmla="*/ 1589246 h 3419475"/>
              <a:gd name="connsiteX84" fmla="*/ 2388517 w 3952875"/>
              <a:gd name="connsiteY84" fmla="*/ 1359694 h 3419475"/>
              <a:gd name="connsiteX85" fmla="*/ 2658074 w 3952875"/>
              <a:gd name="connsiteY85" fmla="*/ 1113949 h 3419475"/>
              <a:gd name="connsiteX86" fmla="*/ 2659979 w 3952875"/>
              <a:gd name="connsiteY86" fmla="*/ 1091089 h 3419475"/>
              <a:gd name="connsiteX87" fmla="*/ 2667599 w 3952875"/>
              <a:gd name="connsiteY87" fmla="*/ 954881 h 3419475"/>
              <a:gd name="connsiteX88" fmla="*/ 2802854 w 3952875"/>
              <a:gd name="connsiteY88" fmla="*/ 948214 h 3419475"/>
              <a:gd name="connsiteX89" fmla="*/ 2813332 w 3952875"/>
              <a:gd name="connsiteY89" fmla="*/ 953929 h 3419475"/>
              <a:gd name="connsiteX90" fmla="*/ 2818094 w 3952875"/>
              <a:gd name="connsiteY90" fmla="*/ 941546 h 3419475"/>
              <a:gd name="connsiteX91" fmla="*/ 2828572 w 3952875"/>
              <a:gd name="connsiteY91" fmla="*/ 862489 h 3419475"/>
              <a:gd name="connsiteX92" fmla="*/ 2848574 w 3952875"/>
              <a:gd name="connsiteY92" fmla="*/ 839629 h 3419475"/>
              <a:gd name="connsiteX93" fmla="*/ 2970494 w 3952875"/>
              <a:gd name="connsiteY93" fmla="*/ 806291 h 3419475"/>
              <a:gd name="connsiteX94" fmla="*/ 2986687 w 3952875"/>
              <a:gd name="connsiteY94" fmla="*/ 800576 h 3419475"/>
              <a:gd name="connsiteX95" fmla="*/ 2919059 w 3952875"/>
              <a:gd name="connsiteY95" fmla="*/ 790099 h 3419475"/>
              <a:gd name="connsiteX96" fmla="*/ 2610449 w 3952875"/>
              <a:gd name="connsiteY96" fmla="*/ 453866 h 3419475"/>
              <a:gd name="connsiteX97" fmla="*/ 2931442 w 3952875"/>
              <a:gd name="connsiteY97" fmla="*/ 11906 h 3419475"/>
              <a:gd name="connsiteX98" fmla="*/ 2952397 w 3952875"/>
              <a:gd name="connsiteY98" fmla="*/ 7144 h 3419475"/>
              <a:gd name="connsiteX99" fmla="*/ 3047647 w 3952875"/>
              <a:gd name="connsiteY99" fmla="*/ 7144 h 3419475"/>
              <a:gd name="connsiteX100" fmla="*/ 3056219 w 3952875"/>
              <a:gd name="connsiteY100" fmla="*/ 9049 h 3419475"/>
              <a:gd name="connsiteX101" fmla="*/ 3319109 w 3952875"/>
              <a:gd name="connsiteY101" fmla="*/ 168116 h 3419475"/>
              <a:gd name="connsiteX102" fmla="*/ 3341017 w 3952875"/>
              <a:gd name="connsiteY102" fmla="*/ 168116 h 3419475"/>
              <a:gd name="connsiteX103" fmla="*/ 3918232 w 3952875"/>
              <a:gd name="connsiteY103" fmla="*/ 218599 h 3419475"/>
              <a:gd name="connsiteX104" fmla="*/ 3952522 w 3952875"/>
              <a:gd name="connsiteY104" fmla="*/ 325279 h 3419475"/>
              <a:gd name="connsiteX105" fmla="*/ 3953474 w 3952875"/>
              <a:gd name="connsiteY105" fmla="*/ 419576 h 3419475"/>
              <a:gd name="connsiteX106" fmla="*/ 3534374 w 3952875"/>
              <a:gd name="connsiteY106" fmla="*/ 1227296 h 3419475"/>
              <a:gd name="connsiteX107" fmla="*/ 3572474 w 3952875"/>
              <a:gd name="connsiteY107" fmla="*/ 1224439 h 3419475"/>
              <a:gd name="connsiteX108" fmla="*/ 3769642 w 3952875"/>
              <a:gd name="connsiteY108" fmla="*/ 1054894 h 3419475"/>
              <a:gd name="connsiteX109" fmla="*/ 3705824 w 3952875"/>
              <a:gd name="connsiteY109" fmla="*/ 800576 h 3419475"/>
              <a:gd name="connsiteX110" fmla="*/ 3554377 w 3952875"/>
              <a:gd name="connsiteY110" fmla="*/ 732949 h 3419475"/>
              <a:gd name="connsiteX111" fmla="*/ 3537232 w 3952875"/>
              <a:gd name="connsiteY111" fmla="*/ 710089 h 3419475"/>
              <a:gd name="connsiteX112" fmla="*/ 3552472 w 3952875"/>
              <a:gd name="connsiteY112" fmla="*/ 575786 h 3419475"/>
              <a:gd name="connsiteX113" fmla="*/ 3580094 w 3952875"/>
              <a:gd name="connsiteY113" fmla="*/ 554831 h 3419475"/>
              <a:gd name="connsiteX114" fmla="*/ 3682964 w 3952875"/>
              <a:gd name="connsiteY114" fmla="*/ 545306 h 3419475"/>
              <a:gd name="connsiteX115" fmla="*/ 3791549 w 3952875"/>
              <a:gd name="connsiteY115" fmla="*/ 306229 h 3419475"/>
              <a:gd name="connsiteX116" fmla="*/ 3554377 w 3952875"/>
              <a:gd name="connsiteY116" fmla="*/ 192881 h 3419475"/>
              <a:gd name="connsiteX117" fmla="*/ 3428647 w 3952875"/>
              <a:gd name="connsiteY117" fmla="*/ 395764 h 3419475"/>
              <a:gd name="connsiteX118" fmla="*/ 3413407 w 3952875"/>
              <a:gd name="connsiteY118" fmla="*/ 413861 h 3419475"/>
              <a:gd name="connsiteX119" fmla="*/ 3281009 w 3952875"/>
              <a:gd name="connsiteY119" fmla="*/ 416719 h 3419475"/>
              <a:gd name="connsiteX120" fmla="*/ 3248624 w 3952875"/>
              <a:gd name="connsiteY120" fmla="*/ 385286 h 3419475"/>
              <a:gd name="connsiteX121" fmla="*/ 2966684 w 3952875"/>
              <a:gd name="connsiteY121" fmla="*/ 152876 h 3419475"/>
              <a:gd name="connsiteX122" fmla="*/ 2757134 w 3952875"/>
              <a:gd name="connsiteY122" fmla="*/ 437674 h 3419475"/>
              <a:gd name="connsiteX123" fmla="*/ 2995259 w 3952875"/>
              <a:gd name="connsiteY123" fmla="*/ 645319 h 3419475"/>
              <a:gd name="connsiteX124" fmla="*/ 3135277 w 3952875"/>
              <a:gd name="connsiteY124" fmla="*/ 606266 h 3419475"/>
              <a:gd name="connsiteX125" fmla="*/ 3163852 w 3952875"/>
              <a:gd name="connsiteY125" fmla="*/ 611029 h 3419475"/>
              <a:gd name="connsiteX126" fmla="*/ 3185759 w 3952875"/>
              <a:gd name="connsiteY126" fmla="*/ 634841 h 3419475"/>
              <a:gd name="connsiteX127" fmla="*/ 3197189 w 3952875"/>
              <a:gd name="connsiteY127" fmla="*/ 639604 h 3419475"/>
              <a:gd name="connsiteX128" fmla="*/ 3204809 w 3952875"/>
              <a:gd name="connsiteY128" fmla="*/ 627221 h 3419475"/>
              <a:gd name="connsiteX129" fmla="*/ 3202904 w 3952875"/>
              <a:gd name="connsiteY129" fmla="*/ 614839 h 3419475"/>
              <a:gd name="connsiteX130" fmla="*/ 3307679 w 3952875"/>
              <a:gd name="connsiteY130" fmla="*/ 513874 h 3419475"/>
              <a:gd name="connsiteX131" fmla="*/ 3445792 w 3952875"/>
              <a:gd name="connsiteY131" fmla="*/ 670084 h 3419475"/>
              <a:gd name="connsiteX132" fmla="*/ 3383879 w 3952875"/>
              <a:gd name="connsiteY132" fmla="*/ 757714 h 3419475"/>
              <a:gd name="connsiteX133" fmla="*/ 3332444 w 3952875"/>
              <a:gd name="connsiteY133" fmla="*/ 758666 h 3419475"/>
              <a:gd name="connsiteX134" fmla="*/ 3309584 w 3952875"/>
              <a:gd name="connsiteY134" fmla="*/ 764381 h 3419475"/>
              <a:gd name="connsiteX135" fmla="*/ 3319109 w 3952875"/>
              <a:gd name="connsiteY135" fmla="*/ 781526 h 3419475"/>
              <a:gd name="connsiteX136" fmla="*/ 3335302 w 3952875"/>
              <a:gd name="connsiteY136" fmla="*/ 798671 h 3419475"/>
              <a:gd name="connsiteX137" fmla="*/ 3337207 w 3952875"/>
              <a:gd name="connsiteY137" fmla="*/ 831056 h 3419475"/>
              <a:gd name="connsiteX138" fmla="*/ 3287677 w 3952875"/>
              <a:gd name="connsiteY138" fmla="*/ 963454 h 3419475"/>
              <a:gd name="connsiteX139" fmla="*/ 3534374 w 3952875"/>
              <a:gd name="connsiteY139" fmla="*/ 1227296 h 3419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3952875" h="3419475">
                <a:moveTo>
                  <a:pt x="3953474" y="419576"/>
                </a:moveTo>
                <a:cubicBezTo>
                  <a:pt x="3942997" y="464344"/>
                  <a:pt x="3930614" y="508159"/>
                  <a:pt x="3905849" y="547211"/>
                </a:cubicBezTo>
                <a:cubicBezTo>
                  <a:pt x="3877274" y="593884"/>
                  <a:pt x="3840127" y="631984"/>
                  <a:pt x="3792502" y="660559"/>
                </a:cubicBezTo>
                <a:cubicBezTo>
                  <a:pt x="3777262" y="670084"/>
                  <a:pt x="3777262" y="670084"/>
                  <a:pt x="3790597" y="681514"/>
                </a:cubicBezTo>
                <a:cubicBezTo>
                  <a:pt x="3871559" y="752951"/>
                  <a:pt x="3917279" y="842486"/>
                  <a:pt x="3926804" y="951071"/>
                </a:cubicBezTo>
                <a:cubicBezTo>
                  <a:pt x="3941092" y="1127284"/>
                  <a:pt x="3835364" y="1293019"/>
                  <a:pt x="3666772" y="1351121"/>
                </a:cubicBezTo>
                <a:cubicBezTo>
                  <a:pt x="3530564" y="1398746"/>
                  <a:pt x="3401977" y="1377791"/>
                  <a:pt x="3287677" y="1288256"/>
                </a:cubicBezTo>
                <a:cubicBezTo>
                  <a:pt x="3188617" y="1210151"/>
                  <a:pt x="3140992" y="1105376"/>
                  <a:pt x="3139087" y="980599"/>
                </a:cubicBezTo>
                <a:cubicBezTo>
                  <a:pt x="3139087" y="977741"/>
                  <a:pt x="3139087" y="974884"/>
                  <a:pt x="3139087" y="971074"/>
                </a:cubicBezTo>
                <a:cubicBezTo>
                  <a:pt x="3139087" y="970121"/>
                  <a:pt x="3139087" y="970121"/>
                  <a:pt x="3138134" y="968216"/>
                </a:cubicBezTo>
                <a:cubicBezTo>
                  <a:pt x="3129562" y="978694"/>
                  <a:pt x="3124799" y="991076"/>
                  <a:pt x="3120989" y="1003459"/>
                </a:cubicBezTo>
                <a:cubicBezTo>
                  <a:pt x="3108607" y="1035844"/>
                  <a:pt x="3097177" y="1068229"/>
                  <a:pt x="3085747" y="1100614"/>
                </a:cubicBezTo>
                <a:cubicBezTo>
                  <a:pt x="3081937" y="1112044"/>
                  <a:pt x="3076222" y="1115854"/>
                  <a:pt x="3064792" y="1115854"/>
                </a:cubicBezTo>
                <a:cubicBezTo>
                  <a:pt x="3033359" y="1116806"/>
                  <a:pt x="3000974" y="1118711"/>
                  <a:pt x="2966684" y="1120616"/>
                </a:cubicBezTo>
                <a:cubicBezTo>
                  <a:pt x="2978114" y="1137761"/>
                  <a:pt x="2986687" y="1153001"/>
                  <a:pt x="2990497" y="1170146"/>
                </a:cubicBezTo>
                <a:cubicBezTo>
                  <a:pt x="2999069" y="1211104"/>
                  <a:pt x="2979067" y="1255871"/>
                  <a:pt x="2941919" y="1277779"/>
                </a:cubicBezTo>
                <a:cubicBezTo>
                  <a:pt x="2903819" y="1299686"/>
                  <a:pt x="2854289" y="1295876"/>
                  <a:pt x="2824762" y="1266349"/>
                </a:cubicBezTo>
                <a:cubicBezTo>
                  <a:pt x="2812379" y="1253966"/>
                  <a:pt x="2805712" y="1255871"/>
                  <a:pt x="2794282" y="1266349"/>
                </a:cubicBezTo>
                <a:cubicBezTo>
                  <a:pt x="2713319" y="1341596"/>
                  <a:pt x="2631404" y="1416844"/>
                  <a:pt x="2549489" y="1492091"/>
                </a:cubicBezTo>
                <a:cubicBezTo>
                  <a:pt x="2422807" y="1608296"/>
                  <a:pt x="2296124" y="1725454"/>
                  <a:pt x="2170394" y="1841659"/>
                </a:cubicBezTo>
                <a:cubicBezTo>
                  <a:pt x="2076097" y="1929289"/>
                  <a:pt x="1980847" y="2015966"/>
                  <a:pt x="1886549" y="2103596"/>
                </a:cubicBezTo>
                <a:cubicBezTo>
                  <a:pt x="1759867" y="2220754"/>
                  <a:pt x="1633184" y="2336959"/>
                  <a:pt x="1505549" y="2454116"/>
                </a:cubicBezTo>
                <a:cubicBezTo>
                  <a:pt x="1411252" y="2541746"/>
                  <a:pt x="1316002" y="2628424"/>
                  <a:pt x="1221704" y="2716054"/>
                </a:cubicBezTo>
                <a:cubicBezTo>
                  <a:pt x="1094069" y="2833211"/>
                  <a:pt x="967387" y="2950369"/>
                  <a:pt x="839752" y="3067526"/>
                </a:cubicBezTo>
                <a:cubicBezTo>
                  <a:pt x="767362" y="3134201"/>
                  <a:pt x="694019" y="3201829"/>
                  <a:pt x="621629" y="3269456"/>
                </a:cubicBezTo>
                <a:cubicBezTo>
                  <a:pt x="605437" y="3283744"/>
                  <a:pt x="606389" y="3283744"/>
                  <a:pt x="592102" y="3268504"/>
                </a:cubicBezTo>
                <a:cubicBezTo>
                  <a:pt x="586387" y="3262789"/>
                  <a:pt x="582577" y="3249454"/>
                  <a:pt x="572099" y="3254216"/>
                </a:cubicBezTo>
                <a:cubicBezTo>
                  <a:pt x="560669" y="3258979"/>
                  <a:pt x="563527" y="3271361"/>
                  <a:pt x="563527" y="3281839"/>
                </a:cubicBezTo>
                <a:cubicBezTo>
                  <a:pt x="565432" y="3346609"/>
                  <a:pt x="518759" y="3402806"/>
                  <a:pt x="458752" y="3411379"/>
                </a:cubicBezTo>
                <a:cubicBezTo>
                  <a:pt x="391124" y="3419951"/>
                  <a:pt x="331117" y="3379946"/>
                  <a:pt x="316829" y="3314224"/>
                </a:cubicBezTo>
                <a:cubicBezTo>
                  <a:pt x="296827" y="3227546"/>
                  <a:pt x="373027" y="3150394"/>
                  <a:pt x="461609" y="3164681"/>
                </a:cubicBezTo>
                <a:cubicBezTo>
                  <a:pt x="466372" y="3165634"/>
                  <a:pt x="471134" y="3167539"/>
                  <a:pt x="476849" y="3164681"/>
                </a:cubicBezTo>
                <a:cubicBezTo>
                  <a:pt x="483517" y="3159919"/>
                  <a:pt x="488279" y="3156109"/>
                  <a:pt x="479707" y="3146584"/>
                </a:cubicBezTo>
                <a:cubicBezTo>
                  <a:pt x="456847" y="3121819"/>
                  <a:pt x="456847" y="3120866"/>
                  <a:pt x="481612" y="3098006"/>
                </a:cubicBezTo>
                <a:cubicBezTo>
                  <a:pt x="535904" y="3048476"/>
                  <a:pt x="590197" y="2998946"/>
                  <a:pt x="644489" y="2950369"/>
                </a:cubicBezTo>
                <a:cubicBezTo>
                  <a:pt x="655919" y="2939891"/>
                  <a:pt x="656872" y="2934176"/>
                  <a:pt x="645442" y="2923699"/>
                </a:cubicBezTo>
                <a:cubicBezTo>
                  <a:pt x="634012" y="2914174"/>
                  <a:pt x="624487" y="2902744"/>
                  <a:pt x="614962" y="2890361"/>
                </a:cubicBezTo>
                <a:cubicBezTo>
                  <a:pt x="606389" y="2878931"/>
                  <a:pt x="599722" y="2880836"/>
                  <a:pt x="590197" y="2889409"/>
                </a:cubicBezTo>
                <a:cubicBezTo>
                  <a:pt x="549239" y="2927509"/>
                  <a:pt x="507329" y="2965609"/>
                  <a:pt x="465419" y="3003709"/>
                </a:cubicBezTo>
                <a:cubicBezTo>
                  <a:pt x="444464" y="3022759"/>
                  <a:pt x="422557" y="3041809"/>
                  <a:pt x="401602" y="3061811"/>
                </a:cubicBezTo>
                <a:cubicBezTo>
                  <a:pt x="393982" y="3068479"/>
                  <a:pt x="389219" y="3068479"/>
                  <a:pt x="382552" y="3060859"/>
                </a:cubicBezTo>
                <a:cubicBezTo>
                  <a:pt x="355882" y="3031331"/>
                  <a:pt x="329212" y="3001804"/>
                  <a:pt x="302542" y="2973229"/>
                </a:cubicBezTo>
                <a:cubicBezTo>
                  <a:pt x="295874" y="2966561"/>
                  <a:pt x="295874" y="2960846"/>
                  <a:pt x="299684" y="2953226"/>
                </a:cubicBezTo>
                <a:cubicBezTo>
                  <a:pt x="309209" y="2937034"/>
                  <a:pt x="317782" y="2919889"/>
                  <a:pt x="327307" y="2903696"/>
                </a:cubicBezTo>
                <a:cubicBezTo>
                  <a:pt x="331117" y="2896076"/>
                  <a:pt x="331117" y="2891314"/>
                  <a:pt x="325402" y="2884646"/>
                </a:cubicBezTo>
                <a:cubicBezTo>
                  <a:pt x="299684" y="2851309"/>
                  <a:pt x="299684" y="2851309"/>
                  <a:pt x="260632" y="2868454"/>
                </a:cubicBezTo>
                <a:cubicBezTo>
                  <a:pt x="221579" y="2885599"/>
                  <a:pt x="221579" y="2885599"/>
                  <a:pt x="192052" y="2854166"/>
                </a:cubicBezTo>
                <a:cubicBezTo>
                  <a:pt x="132997" y="2790349"/>
                  <a:pt x="73942" y="2725579"/>
                  <a:pt x="14887" y="2661761"/>
                </a:cubicBezTo>
                <a:cubicBezTo>
                  <a:pt x="4409" y="2650331"/>
                  <a:pt x="4409" y="2641759"/>
                  <a:pt x="15839" y="2631281"/>
                </a:cubicBezTo>
                <a:cubicBezTo>
                  <a:pt x="69179" y="2582704"/>
                  <a:pt x="121567" y="2534126"/>
                  <a:pt x="174907" y="2485549"/>
                </a:cubicBezTo>
                <a:cubicBezTo>
                  <a:pt x="184432" y="2476976"/>
                  <a:pt x="190147" y="2476976"/>
                  <a:pt x="198719" y="2486501"/>
                </a:cubicBezTo>
                <a:cubicBezTo>
                  <a:pt x="244439" y="2536984"/>
                  <a:pt x="290159" y="2586514"/>
                  <a:pt x="335879" y="2636996"/>
                </a:cubicBezTo>
                <a:cubicBezTo>
                  <a:pt x="343499" y="2644616"/>
                  <a:pt x="347309" y="2645569"/>
                  <a:pt x="354929" y="2637949"/>
                </a:cubicBezTo>
                <a:cubicBezTo>
                  <a:pt x="375884" y="2617946"/>
                  <a:pt x="396839" y="2598896"/>
                  <a:pt x="418747" y="2579846"/>
                </a:cubicBezTo>
                <a:cubicBezTo>
                  <a:pt x="425414" y="2574131"/>
                  <a:pt x="425414" y="2570321"/>
                  <a:pt x="419699" y="2563654"/>
                </a:cubicBezTo>
                <a:cubicBezTo>
                  <a:pt x="373027" y="2513171"/>
                  <a:pt x="327307" y="2462689"/>
                  <a:pt x="280634" y="2413159"/>
                </a:cubicBezTo>
                <a:cubicBezTo>
                  <a:pt x="272062" y="2403634"/>
                  <a:pt x="270157" y="2397919"/>
                  <a:pt x="280634" y="2388394"/>
                </a:cubicBezTo>
                <a:cubicBezTo>
                  <a:pt x="323497" y="2350294"/>
                  <a:pt x="366359" y="2311241"/>
                  <a:pt x="408269" y="2272189"/>
                </a:cubicBezTo>
                <a:cubicBezTo>
                  <a:pt x="416842" y="2263616"/>
                  <a:pt x="421604" y="2265521"/>
                  <a:pt x="429224" y="2273141"/>
                </a:cubicBezTo>
                <a:cubicBezTo>
                  <a:pt x="474944" y="2323624"/>
                  <a:pt x="521617" y="2374106"/>
                  <a:pt x="567337" y="2424589"/>
                </a:cubicBezTo>
                <a:cubicBezTo>
                  <a:pt x="574957" y="2433161"/>
                  <a:pt x="579719" y="2432209"/>
                  <a:pt x="587339" y="2425541"/>
                </a:cubicBezTo>
                <a:cubicBezTo>
                  <a:pt x="608294" y="2405539"/>
                  <a:pt x="629249" y="2386489"/>
                  <a:pt x="651157" y="2367439"/>
                </a:cubicBezTo>
                <a:cubicBezTo>
                  <a:pt x="657824" y="2361724"/>
                  <a:pt x="656872" y="2357914"/>
                  <a:pt x="651157" y="2351246"/>
                </a:cubicBezTo>
                <a:cubicBezTo>
                  <a:pt x="604484" y="2300764"/>
                  <a:pt x="558764" y="2250281"/>
                  <a:pt x="512092" y="2200751"/>
                </a:cubicBezTo>
                <a:cubicBezTo>
                  <a:pt x="502567" y="2191226"/>
                  <a:pt x="502567" y="2185511"/>
                  <a:pt x="513044" y="2176939"/>
                </a:cubicBezTo>
                <a:cubicBezTo>
                  <a:pt x="567337" y="2128361"/>
                  <a:pt x="620677" y="2078831"/>
                  <a:pt x="674017" y="2029301"/>
                </a:cubicBezTo>
                <a:cubicBezTo>
                  <a:pt x="683542" y="2019776"/>
                  <a:pt x="689257" y="2019776"/>
                  <a:pt x="698782" y="2030254"/>
                </a:cubicBezTo>
                <a:cubicBezTo>
                  <a:pt x="764504" y="2101691"/>
                  <a:pt x="830227" y="2173129"/>
                  <a:pt x="895949" y="2244566"/>
                </a:cubicBezTo>
                <a:cubicBezTo>
                  <a:pt x="905474" y="2255044"/>
                  <a:pt x="907379" y="2262664"/>
                  <a:pt x="899759" y="2275046"/>
                </a:cubicBezTo>
                <a:cubicBezTo>
                  <a:pt x="890234" y="2288381"/>
                  <a:pt x="883567" y="2303621"/>
                  <a:pt x="874994" y="2317909"/>
                </a:cubicBezTo>
                <a:cubicBezTo>
                  <a:pt x="870232" y="2326481"/>
                  <a:pt x="870232" y="2332196"/>
                  <a:pt x="876899" y="2339816"/>
                </a:cubicBezTo>
                <a:cubicBezTo>
                  <a:pt x="903569" y="2371249"/>
                  <a:pt x="903569" y="2371249"/>
                  <a:pt x="941669" y="2354104"/>
                </a:cubicBezTo>
                <a:cubicBezTo>
                  <a:pt x="980722" y="2336959"/>
                  <a:pt x="980722" y="2336959"/>
                  <a:pt x="1009297" y="2368391"/>
                </a:cubicBezTo>
                <a:cubicBezTo>
                  <a:pt x="1029299" y="2390299"/>
                  <a:pt x="1048349" y="2411254"/>
                  <a:pt x="1069304" y="2433161"/>
                </a:cubicBezTo>
                <a:cubicBezTo>
                  <a:pt x="1076924" y="2440781"/>
                  <a:pt x="1075972" y="2445544"/>
                  <a:pt x="1068352" y="2453164"/>
                </a:cubicBezTo>
                <a:cubicBezTo>
                  <a:pt x="1008344" y="2507456"/>
                  <a:pt x="948337" y="2562701"/>
                  <a:pt x="889282" y="2617946"/>
                </a:cubicBezTo>
                <a:cubicBezTo>
                  <a:pt x="884519" y="2621756"/>
                  <a:pt x="880709" y="2626519"/>
                  <a:pt x="875947" y="2630329"/>
                </a:cubicBezTo>
                <a:cubicBezTo>
                  <a:pt x="869279" y="2635091"/>
                  <a:pt x="870232" y="2639854"/>
                  <a:pt x="875947" y="2645569"/>
                </a:cubicBezTo>
                <a:cubicBezTo>
                  <a:pt x="889282" y="2659856"/>
                  <a:pt x="902617" y="2674144"/>
                  <a:pt x="915952" y="2688431"/>
                </a:cubicBezTo>
                <a:cubicBezTo>
                  <a:pt x="921667" y="2694146"/>
                  <a:pt x="925477" y="2696051"/>
                  <a:pt x="932144" y="2689384"/>
                </a:cubicBezTo>
                <a:cubicBezTo>
                  <a:pt x="1016917" y="2611279"/>
                  <a:pt x="1101689" y="2534126"/>
                  <a:pt x="1186462" y="2456974"/>
                </a:cubicBezTo>
                <a:cubicBezTo>
                  <a:pt x="1301714" y="2351246"/>
                  <a:pt x="1417919" y="2245519"/>
                  <a:pt x="1533172" y="2140744"/>
                </a:cubicBezTo>
                <a:cubicBezTo>
                  <a:pt x="1617944" y="2063591"/>
                  <a:pt x="1702717" y="1985486"/>
                  <a:pt x="1787489" y="1908334"/>
                </a:cubicBezTo>
                <a:cubicBezTo>
                  <a:pt x="1903694" y="1801654"/>
                  <a:pt x="2019899" y="1695926"/>
                  <a:pt x="2137057" y="1589246"/>
                </a:cubicBezTo>
                <a:cubicBezTo>
                  <a:pt x="2220877" y="1513046"/>
                  <a:pt x="2304697" y="1435894"/>
                  <a:pt x="2388517" y="1359694"/>
                </a:cubicBezTo>
                <a:cubicBezTo>
                  <a:pt x="2478052" y="1277779"/>
                  <a:pt x="2567587" y="1194911"/>
                  <a:pt x="2658074" y="1113949"/>
                </a:cubicBezTo>
                <a:cubicBezTo>
                  <a:pt x="2667599" y="1105376"/>
                  <a:pt x="2667599" y="1100614"/>
                  <a:pt x="2659979" y="1091089"/>
                </a:cubicBezTo>
                <a:cubicBezTo>
                  <a:pt x="2626642" y="1049179"/>
                  <a:pt x="2630452" y="992029"/>
                  <a:pt x="2667599" y="954881"/>
                </a:cubicBezTo>
                <a:cubicBezTo>
                  <a:pt x="2703794" y="918686"/>
                  <a:pt x="2760944" y="915829"/>
                  <a:pt x="2802854" y="948214"/>
                </a:cubicBezTo>
                <a:cubicBezTo>
                  <a:pt x="2805712" y="951071"/>
                  <a:pt x="2808569" y="955834"/>
                  <a:pt x="2813332" y="953929"/>
                </a:cubicBezTo>
                <a:cubicBezTo>
                  <a:pt x="2819047" y="952024"/>
                  <a:pt x="2817142" y="946309"/>
                  <a:pt x="2818094" y="941546"/>
                </a:cubicBezTo>
                <a:cubicBezTo>
                  <a:pt x="2821904" y="914876"/>
                  <a:pt x="2825714" y="889159"/>
                  <a:pt x="2828572" y="862489"/>
                </a:cubicBezTo>
                <a:cubicBezTo>
                  <a:pt x="2829524" y="849154"/>
                  <a:pt x="2835239" y="843439"/>
                  <a:pt x="2848574" y="839629"/>
                </a:cubicBezTo>
                <a:cubicBezTo>
                  <a:pt x="2889532" y="829151"/>
                  <a:pt x="2930489" y="819626"/>
                  <a:pt x="2970494" y="806291"/>
                </a:cubicBezTo>
                <a:cubicBezTo>
                  <a:pt x="2975257" y="804386"/>
                  <a:pt x="2980019" y="802481"/>
                  <a:pt x="2986687" y="800576"/>
                </a:cubicBezTo>
                <a:cubicBezTo>
                  <a:pt x="2962874" y="796766"/>
                  <a:pt x="2940967" y="793909"/>
                  <a:pt x="2919059" y="790099"/>
                </a:cubicBezTo>
                <a:cubicBezTo>
                  <a:pt x="2756182" y="750094"/>
                  <a:pt x="2633309" y="616744"/>
                  <a:pt x="2610449" y="453866"/>
                </a:cubicBezTo>
                <a:cubicBezTo>
                  <a:pt x="2580922" y="245269"/>
                  <a:pt x="2723797" y="48101"/>
                  <a:pt x="2931442" y="11906"/>
                </a:cubicBezTo>
                <a:cubicBezTo>
                  <a:pt x="2938109" y="10954"/>
                  <a:pt x="2945729" y="9049"/>
                  <a:pt x="2952397" y="7144"/>
                </a:cubicBezTo>
                <a:cubicBezTo>
                  <a:pt x="2983829" y="7144"/>
                  <a:pt x="3016214" y="7144"/>
                  <a:pt x="3047647" y="7144"/>
                </a:cubicBezTo>
                <a:cubicBezTo>
                  <a:pt x="3050504" y="8096"/>
                  <a:pt x="3053362" y="9049"/>
                  <a:pt x="3056219" y="9049"/>
                </a:cubicBezTo>
                <a:cubicBezTo>
                  <a:pt x="3164804" y="27146"/>
                  <a:pt x="3253387" y="79534"/>
                  <a:pt x="3319109" y="168116"/>
                </a:cubicBezTo>
                <a:cubicBezTo>
                  <a:pt x="3330539" y="183356"/>
                  <a:pt x="3330539" y="183356"/>
                  <a:pt x="3341017" y="168116"/>
                </a:cubicBezTo>
                <a:cubicBezTo>
                  <a:pt x="3490559" y="-33814"/>
                  <a:pt x="3804884" y="-6191"/>
                  <a:pt x="3918232" y="218599"/>
                </a:cubicBezTo>
                <a:cubicBezTo>
                  <a:pt x="3935377" y="252889"/>
                  <a:pt x="3943949" y="289084"/>
                  <a:pt x="3952522" y="325279"/>
                </a:cubicBezTo>
                <a:cubicBezTo>
                  <a:pt x="3953474" y="356711"/>
                  <a:pt x="3953474" y="388144"/>
                  <a:pt x="3953474" y="419576"/>
                </a:cubicBezTo>
                <a:close/>
                <a:moveTo>
                  <a:pt x="3534374" y="1227296"/>
                </a:moveTo>
                <a:cubicBezTo>
                  <a:pt x="3546757" y="1226344"/>
                  <a:pt x="3560092" y="1227296"/>
                  <a:pt x="3572474" y="1224439"/>
                </a:cubicBezTo>
                <a:cubicBezTo>
                  <a:pt x="3670582" y="1206341"/>
                  <a:pt x="3740114" y="1150144"/>
                  <a:pt x="3769642" y="1054894"/>
                </a:cubicBezTo>
                <a:cubicBezTo>
                  <a:pt x="3800122" y="958691"/>
                  <a:pt x="3777262" y="872014"/>
                  <a:pt x="3705824" y="800576"/>
                </a:cubicBezTo>
                <a:cubicBezTo>
                  <a:pt x="3664867" y="759619"/>
                  <a:pt x="3612479" y="737711"/>
                  <a:pt x="3554377" y="732949"/>
                </a:cubicBezTo>
                <a:cubicBezTo>
                  <a:pt x="3538184" y="731996"/>
                  <a:pt x="3535327" y="724376"/>
                  <a:pt x="3537232" y="710089"/>
                </a:cubicBezTo>
                <a:cubicBezTo>
                  <a:pt x="3542947" y="665321"/>
                  <a:pt x="3547709" y="620554"/>
                  <a:pt x="3552472" y="575786"/>
                </a:cubicBezTo>
                <a:cubicBezTo>
                  <a:pt x="3555329" y="551974"/>
                  <a:pt x="3556282" y="551021"/>
                  <a:pt x="3580094" y="554831"/>
                </a:cubicBezTo>
                <a:cubicBezTo>
                  <a:pt x="3615337" y="560546"/>
                  <a:pt x="3649627" y="558641"/>
                  <a:pt x="3682964" y="545306"/>
                </a:cubicBezTo>
                <a:cubicBezTo>
                  <a:pt x="3778214" y="508159"/>
                  <a:pt x="3825839" y="401479"/>
                  <a:pt x="3791549" y="306229"/>
                </a:cubicBezTo>
                <a:cubicBezTo>
                  <a:pt x="3756307" y="210979"/>
                  <a:pt x="3651532" y="160496"/>
                  <a:pt x="3554377" y="192881"/>
                </a:cubicBezTo>
                <a:cubicBezTo>
                  <a:pt x="3481034" y="217646"/>
                  <a:pt x="3418169" y="290989"/>
                  <a:pt x="3428647" y="395764"/>
                </a:cubicBezTo>
                <a:cubicBezTo>
                  <a:pt x="3429599" y="409099"/>
                  <a:pt x="3426742" y="412909"/>
                  <a:pt x="3413407" y="413861"/>
                </a:cubicBezTo>
                <a:cubicBezTo>
                  <a:pt x="3369592" y="415766"/>
                  <a:pt x="3324824" y="415766"/>
                  <a:pt x="3281009" y="416719"/>
                </a:cubicBezTo>
                <a:cubicBezTo>
                  <a:pt x="3248624" y="417671"/>
                  <a:pt x="3249577" y="417671"/>
                  <a:pt x="3248624" y="385286"/>
                </a:cubicBezTo>
                <a:cubicBezTo>
                  <a:pt x="3244814" y="250984"/>
                  <a:pt x="3123847" y="130016"/>
                  <a:pt x="2966684" y="152876"/>
                </a:cubicBezTo>
                <a:cubicBezTo>
                  <a:pt x="2825714" y="172879"/>
                  <a:pt x="2737132" y="297656"/>
                  <a:pt x="2757134" y="437674"/>
                </a:cubicBezTo>
                <a:cubicBezTo>
                  <a:pt x="2774279" y="553879"/>
                  <a:pt x="2878102" y="644366"/>
                  <a:pt x="2995259" y="645319"/>
                </a:cubicBezTo>
                <a:cubicBezTo>
                  <a:pt x="3045742" y="646271"/>
                  <a:pt x="3092414" y="633889"/>
                  <a:pt x="3135277" y="606266"/>
                </a:cubicBezTo>
                <a:cubicBezTo>
                  <a:pt x="3147659" y="598646"/>
                  <a:pt x="3155279" y="599599"/>
                  <a:pt x="3163852" y="611029"/>
                </a:cubicBezTo>
                <a:cubicBezTo>
                  <a:pt x="3170519" y="619601"/>
                  <a:pt x="3178139" y="627221"/>
                  <a:pt x="3185759" y="634841"/>
                </a:cubicBezTo>
                <a:cubicBezTo>
                  <a:pt x="3188617" y="637699"/>
                  <a:pt x="3191474" y="642461"/>
                  <a:pt x="3197189" y="639604"/>
                </a:cubicBezTo>
                <a:cubicBezTo>
                  <a:pt x="3201952" y="636746"/>
                  <a:pt x="3205762" y="632936"/>
                  <a:pt x="3204809" y="627221"/>
                </a:cubicBezTo>
                <a:cubicBezTo>
                  <a:pt x="3204809" y="623411"/>
                  <a:pt x="3203857" y="618649"/>
                  <a:pt x="3202904" y="614839"/>
                </a:cubicBezTo>
                <a:cubicBezTo>
                  <a:pt x="3193379" y="551974"/>
                  <a:pt x="3244814" y="502444"/>
                  <a:pt x="3307679" y="513874"/>
                </a:cubicBezTo>
                <a:cubicBezTo>
                  <a:pt x="3383879" y="527209"/>
                  <a:pt x="3441982" y="592931"/>
                  <a:pt x="3445792" y="670084"/>
                </a:cubicBezTo>
                <a:cubicBezTo>
                  <a:pt x="3447697" y="710089"/>
                  <a:pt x="3422932" y="746284"/>
                  <a:pt x="3383879" y="757714"/>
                </a:cubicBezTo>
                <a:cubicBezTo>
                  <a:pt x="3366734" y="762476"/>
                  <a:pt x="3349589" y="763429"/>
                  <a:pt x="3332444" y="758666"/>
                </a:cubicBezTo>
                <a:cubicBezTo>
                  <a:pt x="3323872" y="756761"/>
                  <a:pt x="3314347" y="754856"/>
                  <a:pt x="3309584" y="764381"/>
                </a:cubicBezTo>
                <a:cubicBezTo>
                  <a:pt x="3304822" y="773906"/>
                  <a:pt x="3315299" y="775811"/>
                  <a:pt x="3319109" y="781526"/>
                </a:cubicBezTo>
                <a:cubicBezTo>
                  <a:pt x="3323872" y="787241"/>
                  <a:pt x="3328634" y="792956"/>
                  <a:pt x="3335302" y="798671"/>
                </a:cubicBezTo>
                <a:cubicBezTo>
                  <a:pt x="3347684" y="809149"/>
                  <a:pt x="3347684" y="817721"/>
                  <a:pt x="3337207" y="831056"/>
                </a:cubicBezTo>
                <a:cubicBezTo>
                  <a:pt x="3306727" y="869156"/>
                  <a:pt x="3290534" y="914876"/>
                  <a:pt x="3287677" y="963454"/>
                </a:cubicBezTo>
                <a:cubicBezTo>
                  <a:pt x="3277199" y="1108234"/>
                  <a:pt x="3389594" y="1227296"/>
                  <a:pt x="3534374" y="1227296"/>
                </a:cubicBezTo>
                <a:close/>
              </a:path>
            </a:pathLst>
          </a:custGeom>
          <a:noFill/>
          <a:ln w="34925" cap="flat">
            <a:solidFill>
              <a:srgbClr val="FF3399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7E4EF-B402-49A3-9B76-9589519EBDFA}"/>
              </a:ext>
            </a:extLst>
          </p:cNvPr>
          <p:cNvSpPr/>
          <p:nvPr userDrawn="1"/>
        </p:nvSpPr>
        <p:spPr>
          <a:xfrm rot="16200000" flipV="1">
            <a:off x="8710234" y="3368961"/>
            <a:ext cx="6161782" cy="51697"/>
          </a:xfrm>
          <a:prstGeom prst="rect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70E4BA-09EC-4C7E-8D7A-F9DCE7AA2259}"/>
              </a:ext>
            </a:extLst>
          </p:cNvPr>
          <p:cNvSpPr/>
          <p:nvPr userDrawn="1"/>
        </p:nvSpPr>
        <p:spPr>
          <a:xfrm>
            <a:off x="1645918" y="313919"/>
            <a:ext cx="10119359" cy="45719"/>
          </a:xfrm>
          <a:prstGeom prst="rect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2B8BA2-AB52-480A-9E6C-F0021B542CB8}"/>
              </a:ext>
            </a:extLst>
          </p:cNvPr>
          <p:cNvSpPr/>
          <p:nvPr userDrawn="1"/>
        </p:nvSpPr>
        <p:spPr>
          <a:xfrm rot="5400000" flipV="1">
            <a:off x="925694" y="988419"/>
            <a:ext cx="1394726" cy="45723"/>
          </a:xfrm>
          <a:prstGeom prst="rect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0384E9F-82B1-4B8E-A971-B0BA22B26E9D}"/>
              </a:ext>
            </a:extLst>
          </p:cNvPr>
          <p:cNvSpPr/>
          <p:nvPr userDrawn="1"/>
        </p:nvSpPr>
        <p:spPr>
          <a:xfrm>
            <a:off x="1462940" y="1529406"/>
            <a:ext cx="320233" cy="335666"/>
          </a:xfrm>
          <a:prstGeom prst="ellipse">
            <a:avLst/>
          </a:prstGeom>
          <a:solidFill>
            <a:srgbClr val="FF33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8015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6774-E52C-462C-A653-227C634A2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D6491-3F12-4E50-8CE6-89F107EBF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D0E13-7001-4A71-834D-5E6327B27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2ECBD-EA83-457F-9226-A474B85B5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EFD1-7B21-4D3C-83CD-72C3799A5B5E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E6A90-99A3-451D-BC35-8E6B9D189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A0DEB-9048-40F1-8C4D-DFA0D716D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0307-38E1-4E8B-9937-A27479E80C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3467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16C78-8D5E-40E1-9692-2A4984D8B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819F4-8D63-4DD7-A7E3-68F2ECFA6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CA517-83E1-4B4A-9101-7011BC8B2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735F36-3678-46A6-9640-5FA587A2E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F21E6-386F-4988-8B62-41E348C10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9C4BA-738A-4617-AD5A-521ED6CB2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EFD1-7B21-4D3C-83CD-72C3799A5B5E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97DDF7-633A-4229-AA0D-995609FF4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282020-DDC3-4555-8F8E-2CC10951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0307-38E1-4E8B-9937-A27479E80C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7158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DFA87-84BA-446E-9345-4DCB753A9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2C899D-47DE-4E40-BFD9-8C923FDB2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EFD1-7B21-4D3C-83CD-72C3799A5B5E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3CBBC-EF06-4D34-9703-4C0E59F55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B0FB06-28B9-41EB-B1DC-4C775D26F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0307-38E1-4E8B-9937-A27479E80C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52464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8EFCD3-08C2-478A-B452-2A53DCD7B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EFD1-7B21-4D3C-83CD-72C3799A5B5E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459A05-4F63-4CD8-9322-0B0034DFD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78F30-E8DE-4E5F-A44D-35290BDF0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0307-38E1-4E8B-9937-A27479E80C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160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2AFCB-EF75-4530-ABD8-FA2217E14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84ECC-C7C1-40EB-AED9-142071768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3DAB9-19F5-4718-8350-47FA45D6C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2527C-6CC3-43AA-BE2E-3AAF769A8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EFD1-7B21-4D3C-83CD-72C3799A5B5E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226EB-D911-4045-855C-5F09BB98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FC02B-F3A1-4118-ABE8-EA46FE6D2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0307-38E1-4E8B-9937-A27479E80C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A609B-61EE-4933-9F9B-15686C1DC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999D99-EAB7-46AD-A20D-133F1F4BF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E556C-4E03-4E69-9CF8-D7498D2F7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F7E8D-5DDE-44CA-8BBF-3362CE53D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EFD1-7B21-4D3C-83CD-72C3799A5B5E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60C75-6F07-483F-AF0C-0FA734F63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03180-6D2A-4DCA-8301-096920F99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0307-38E1-4E8B-9937-A27479E80C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2220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43E27-1B8F-489F-AA09-13BEDB40E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D06324-77F1-4668-92DA-388D5287A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82973-537C-4607-9B22-62991E008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EFD1-7B21-4D3C-83CD-72C3799A5B5E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82D03-1110-4971-8EC0-EC775D8FD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8A651-F040-4618-8A17-E214B40E7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0307-38E1-4E8B-9937-A27479E80C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3674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983956-3D38-4081-8DE3-AC9844DA83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C1B620-A72F-4891-B8FE-D572759EA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1ECFE-6347-485F-9714-0DD3266E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EFD1-7B21-4D3C-83CD-72C3799A5B5E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D79EA-92AD-417B-A55C-22B337A0D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12CF7-EEBD-41C5-9246-743E866C2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0307-38E1-4E8B-9937-A27479E80C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3708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84D163-D963-4513-B93A-EA0FC0F30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09C12-CB05-45B0-A6A5-10A74B267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FFF07-5C98-472E-A315-B9DE91223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9EFD1-7B21-4D3C-83CD-72C3799A5B5E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73C7E-9F26-4827-8BCF-0F2E23407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A5D05-001F-4798-B99E-A8CC499AE0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70307-38E1-4E8B-9937-A27479E80C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22713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2" r:id="rId4"/>
    <p:sldLayoutId id="2147483661" r:id="rId5"/>
    <p:sldLayoutId id="2147483663" r:id="rId6"/>
    <p:sldLayoutId id="2147483664" r:id="rId7"/>
    <p:sldLayoutId id="2147483665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Anton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Alata" panose="020B0604020202020204" charset="0"/>
          <a:ea typeface="+mn-ea"/>
          <a:cs typeface="Alata" panose="020B060402020202020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Alata</vt:lpstr>
      <vt:lpstr>Anton</vt:lpstr>
      <vt:lpstr>Arial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hasan</dc:creator>
  <cp:lastModifiedBy>ahmad hasan</cp:lastModifiedBy>
  <cp:revision>9</cp:revision>
  <dcterms:created xsi:type="dcterms:W3CDTF">2025-09-08T18:54:26Z</dcterms:created>
  <dcterms:modified xsi:type="dcterms:W3CDTF">2025-09-08T20:02:25Z</dcterms:modified>
</cp:coreProperties>
</file>